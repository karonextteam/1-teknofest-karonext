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3" r:id="rId7"/>
    <p:sldId id="260" r:id="rId8"/>
  </p:sldIdLst>
  <p:sldSz cx="12192000" cy="6858000"/>
  <p:notesSz cx="7556500" cy="10693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1847" userDrawn="1">
          <p15:clr>
            <a:srgbClr val="A4A3A4"/>
          </p15:clr>
        </p15:guide>
        <p15:guide id="2" pos="348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164639D-07B3-0EDB-9B51-70AE541C196D}" v="656" dt="2026-07-06T14:26:25.248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1847"/>
        <p:guide pos="3485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5167" y="2125980"/>
            <a:ext cx="10371908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30337" y="3840480"/>
            <a:ext cx="8541572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770" b="0" i="0">
                <a:solidFill>
                  <a:srgbClr val="CC0000"/>
                </a:solidFill>
                <a:latin typeface="Tahoma"/>
                <a:cs typeface="Tahoma"/>
              </a:defRPr>
            </a:lvl1pPr>
          </a:lstStyle>
          <a:p>
            <a:pPr marL="24434">
              <a:lnSpc>
                <a:spcPct val="100000"/>
              </a:lnSpc>
              <a:spcBef>
                <a:spcPts val="61"/>
              </a:spcBef>
            </a:pPr>
            <a:fld id="{81D60167-4931-47E6-BA6A-407CBD079E47}" type="slidenum">
              <a:rPr spc="-32" dirty="0"/>
              <a:pPr marL="24434">
                <a:lnSpc>
                  <a:spcPct val="100000"/>
                </a:lnSpc>
                <a:spcBef>
                  <a:spcPts val="61"/>
                </a:spcBef>
              </a:pPr>
              <a:t>‹#›</a:t>
            </a:fld>
            <a:endParaRPr spc="-32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770" b="0" i="0">
                <a:solidFill>
                  <a:srgbClr val="CC0000"/>
                </a:solidFill>
                <a:latin typeface="Tahoma"/>
                <a:cs typeface="Tahoma"/>
              </a:defRPr>
            </a:lvl1pPr>
          </a:lstStyle>
          <a:p>
            <a:pPr marL="24434">
              <a:lnSpc>
                <a:spcPct val="100000"/>
              </a:lnSpc>
              <a:spcBef>
                <a:spcPts val="61"/>
              </a:spcBef>
            </a:pPr>
            <a:fld id="{81D60167-4931-47E6-BA6A-407CBD079E47}" type="slidenum">
              <a:rPr spc="-32" dirty="0"/>
              <a:pPr marL="24434">
                <a:lnSpc>
                  <a:spcPct val="100000"/>
                </a:lnSpc>
                <a:spcBef>
                  <a:spcPts val="61"/>
                </a:spcBef>
              </a:pPr>
              <a:t>‹#›</a:t>
            </a:fld>
            <a:endParaRPr spc="-32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10112" y="1577340"/>
            <a:ext cx="5307976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84156" y="1577340"/>
            <a:ext cx="5307976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770" b="0" i="0">
                <a:solidFill>
                  <a:srgbClr val="CC0000"/>
                </a:solidFill>
                <a:latin typeface="Tahoma"/>
                <a:cs typeface="Tahoma"/>
              </a:defRPr>
            </a:lvl1pPr>
          </a:lstStyle>
          <a:p>
            <a:pPr marL="24434">
              <a:lnSpc>
                <a:spcPct val="100000"/>
              </a:lnSpc>
              <a:spcBef>
                <a:spcPts val="61"/>
              </a:spcBef>
            </a:pPr>
            <a:fld id="{81D60167-4931-47E6-BA6A-407CBD079E47}" type="slidenum">
              <a:rPr spc="-32" dirty="0"/>
              <a:pPr marL="24434">
                <a:lnSpc>
                  <a:spcPct val="100000"/>
                </a:lnSpc>
                <a:spcBef>
                  <a:spcPts val="61"/>
                </a:spcBef>
              </a:pPr>
              <a:t>‹#›</a:t>
            </a:fld>
            <a:endParaRPr spc="-32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770" b="0" i="0">
                <a:solidFill>
                  <a:srgbClr val="CC0000"/>
                </a:solidFill>
                <a:latin typeface="Tahoma"/>
                <a:cs typeface="Tahoma"/>
              </a:defRPr>
            </a:lvl1pPr>
          </a:lstStyle>
          <a:p>
            <a:pPr marL="24434">
              <a:lnSpc>
                <a:spcPct val="100000"/>
              </a:lnSpc>
              <a:spcBef>
                <a:spcPts val="61"/>
              </a:spcBef>
            </a:pPr>
            <a:fld id="{81D60167-4931-47E6-BA6A-407CBD079E47}" type="slidenum">
              <a:rPr spc="-32" dirty="0"/>
              <a:pPr marL="24434">
                <a:lnSpc>
                  <a:spcPct val="100000"/>
                </a:lnSpc>
                <a:spcBef>
                  <a:spcPts val="61"/>
                </a:spcBef>
              </a:pPr>
              <a:t>‹#›</a:t>
            </a:fld>
            <a:endParaRPr spc="-32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770" b="0" i="0">
                <a:solidFill>
                  <a:srgbClr val="CC0000"/>
                </a:solidFill>
                <a:latin typeface="Tahoma"/>
                <a:cs typeface="Tahoma"/>
              </a:defRPr>
            </a:lvl1pPr>
          </a:lstStyle>
          <a:p>
            <a:pPr marL="24434">
              <a:lnSpc>
                <a:spcPct val="100000"/>
              </a:lnSpc>
              <a:spcBef>
                <a:spcPts val="61"/>
              </a:spcBef>
            </a:pPr>
            <a:fld id="{81D60167-4931-47E6-BA6A-407CBD079E47}" type="slidenum">
              <a:rPr spc="-32" dirty="0"/>
              <a:pPr marL="24434">
                <a:lnSpc>
                  <a:spcPct val="100000"/>
                </a:lnSpc>
                <a:spcBef>
                  <a:spcPts val="61"/>
                </a:spcBef>
              </a:pPr>
              <a:t>‹#›</a:t>
            </a:fld>
            <a:endParaRPr spc="-32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10112" y="274320"/>
            <a:ext cx="10982021" cy="1097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0112" y="1577340"/>
            <a:ext cx="10982021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8763" y="6377940"/>
            <a:ext cx="3904719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10112" y="6377940"/>
            <a:ext cx="280651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976476" y="6533261"/>
            <a:ext cx="265354" cy="1184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70" b="0" i="0">
                <a:solidFill>
                  <a:srgbClr val="CC0000"/>
                </a:solidFill>
                <a:latin typeface="Tahoma"/>
                <a:cs typeface="Tahoma"/>
              </a:defRPr>
            </a:lvl1pPr>
          </a:lstStyle>
          <a:p>
            <a:pPr marL="24434">
              <a:lnSpc>
                <a:spcPct val="100000"/>
              </a:lnSpc>
              <a:spcBef>
                <a:spcPts val="61"/>
              </a:spcBef>
            </a:pPr>
            <a:fld id="{81D60167-4931-47E6-BA6A-407CBD079E47}" type="slidenum">
              <a:rPr spc="-32" dirty="0"/>
              <a:pPr marL="24434">
                <a:lnSpc>
                  <a:spcPct val="100000"/>
                </a:lnSpc>
                <a:spcBef>
                  <a:spcPts val="61"/>
                </a:spcBef>
              </a:pPr>
              <a:t>‹#›</a:t>
            </a:fld>
            <a:endParaRPr spc="-32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mailto:rabiasilakaraca742@gmail.com" TargetMode="Externa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123143" y="-37526"/>
            <a:ext cx="12330767" cy="6931942"/>
          </a:xfrm>
          <a:custGeom>
            <a:avLst/>
            <a:gdLst/>
            <a:ahLst/>
            <a:cxnLst/>
            <a:rect l="l" t="t" r="r" b="b"/>
            <a:pathLst>
              <a:path w="7560309" h="10152380">
                <a:moveTo>
                  <a:pt x="0" y="10152130"/>
                </a:moveTo>
                <a:lnTo>
                  <a:pt x="7560097" y="10152130"/>
                </a:lnTo>
                <a:lnTo>
                  <a:pt x="7560097" y="0"/>
                </a:lnTo>
                <a:lnTo>
                  <a:pt x="0" y="0"/>
                </a:lnTo>
                <a:lnTo>
                  <a:pt x="0" y="1015213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 anchor="t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672890" y="6580125"/>
            <a:ext cx="4848654" cy="277333"/>
          </a:xfrm>
          <a:custGeom>
            <a:avLst/>
            <a:gdLst/>
            <a:ahLst/>
            <a:cxnLst/>
            <a:rect l="l" t="t" r="r" b="b"/>
            <a:pathLst>
              <a:path w="7560309" h="432434">
                <a:moveTo>
                  <a:pt x="0" y="432004"/>
                </a:moveTo>
                <a:lnTo>
                  <a:pt x="7560097" y="432004"/>
                </a:lnTo>
                <a:lnTo>
                  <a:pt x="7560097" y="0"/>
                </a:lnTo>
                <a:lnTo>
                  <a:pt x="0" y="0"/>
                </a:lnTo>
                <a:lnTo>
                  <a:pt x="0" y="43200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-122733" y="254593"/>
            <a:ext cx="12323511" cy="140769"/>
            <a:chOff x="-8" y="431992"/>
            <a:chExt cx="7560309" cy="72390"/>
          </a:xfrm>
        </p:grpSpPr>
        <p:sp>
          <p:nvSpPr>
            <p:cNvPr id="5" name="object 5"/>
            <p:cNvSpPr/>
            <p:nvPr/>
          </p:nvSpPr>
          <p:spPr>
            <a:xfrm>
              <a:off x="-8" y="431992"/>
              <a:ext cx="7560309" cy="36195"/>
            </a:xfrm>
            <a:custGeom>
              <a:avLst/>
              <a:gdLst/>
              <a:ahLst/>
              <a:cxnLst/>
              <a:rect l="l" t="t" r="r" b="b"/>
              <a:pathLst>
                <a:path w="7560309" h="36195">
                  <a:moveTo>
                    <a:pt x="0" y="0"/>
                  </a:moveTo>
                  <a:lnTo>
                    <a:pt x="0" y="36002"/>
                  </a:lnTo>
                  <a:lnTo>
                    <a:pt x="7560097" y="36002"/>
                  </a:lnTo>
                  <a:lnTo>
                    <a:pt x="756009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-8" y="467995"/>
              <a:ext cx="7560309" cy="36195"/>
            </a:xfrm>
            <a:custGeom>
              <a:avLst/>
              <a:gdLst/>
              <a:ahLst/>
              <a:cxnLst/>
              <a:rect l="l" t="t" r="r" b="b"/>
              <a:pathLst>
                <a:path w="7560309" h="36195">
                  <a:moveTo>
                    <a:pt x="0" y="35997"/>
                  </a:moveTo>
                  <a:lnTo>
                    <a:pt x="0" y="0"/>
                  </a:lnTo>
                  <a:lnTo>
                    <a:pt x="7560097" y="0"/>
                  </a:lnTo>
                  <a:lnTo>
                    <a:pt x="7560097" y="35997"/>
                  </a:lnTo>
                  <a:lnTo>
                    <a:pt x="0" y="35997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29239" y="553732"/>
            <a:ext cx="5418498" cy="4910498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475540" y="5466737"/>
            <a:ext cx="3123419" cy="642173"/>
          </a:xfrm>
          <a:prstGeom prst="rect">
            <a:avLst/>
          </a:prstGeom>
        </p:spPr>
        <p:txBody>
          <a:bodyPr vert="horz" wrap="square" lIns="0" tIns="72082" rIns="0" bIns="0" rtlCol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568"/>
              </a:spcBef>
            </a:pPr>
            <a:r>
              <a:rPr sz="1600" b="1" i="1" spc="-90" dirty="0">
                <a:solidFill>
                  <a:srgbClr val="CC0000"/>
                </a:solidFill>
                <a:latin typeface="Trebuchet MS"/>
                <a:cs typeface="Trebuchet MS"/>
              </a:rPr>
              <a:t>TEKNOFEST</a:t>
            </a:r>
            <a:r>
              <a:rPr sz="1600" b="1" i="1" spc="-87" dirty="0">
                <a:solidFill>
                  <a:srgbClr val="CC0000"/>
                </a:solidFill>
                <a:latin typeface="Trebuchet MS"/>
                <a:cs typeface="Trebuchet MS"/>
              </a:rPr>
              <a:t> </a:t>
            </a:r>
            <a:r>
              <a:rPr sz="1600" b="1" i="1" spc="-13" dirty="0">
                <a:solidFill>
                  <a:srgbClr val="CC0000"/>
                </a:solidFill>
                <a:latin typeface="Trebuchet MS"/>
                <a:cs typeface="Trebuchet MS"/>
              </a:rPr>
              <a:t>2026</a:t>
            </a:r>
            <a:endParaRPr sz="16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612"/>
              </a:spcBef>
            </a:pPr>
            <a:r>
              <a:rPr sz="1600" b="1" i="1" spc="-99" dirty="0">
                <a:solidFill>
                  <a:srgbClr val="FFFFFF"/>
                </a:solidFill>
                <a:latin typeface="Trebuchet MS"/>
                <a:cs typeface="Trebuchet MS"/>
              </a:rPr>
              <a:t>TAKIM</a:t>
            </a:r>
            <a:r>
              <a:rPr sz="1600" b="1" i="1" spc="-1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b="1" i="1" spc="-96" dirty="0">
                <a:solidFill>
                  <a:srgbClr val="FFFFFF"/>
                </a:solidFill>
                <a:latin typeface="Trebuchet MS"/>
                <a:cs typeface="Trebuchet MS"/>
              </a:rPr>
              <a:t>TANITIM</a:t>
            </a:r>
            <a:r>
              <a:rPr sz="1600" b="1" i="1" spc="-1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b="1" i="1" spc="-29" dirty="0">
                <a:solidFill>
                  <a:srgbClr val="FFFFFF"/>
                </a:solidFill>
                <a:latin typeface="Trebuchet MS"/>
                <a:cs typeface="Trebuchet MS"/>
              </a:rPr>
              <a:t>DOSYASI</a:t>
            </a:r>
            <a:endParaRPr sz="1600">
              <a:latin typeface="Trebuchet MS"/>
              <a:cs typeface="Trebuchet MS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-122596" y="6416518"/>
            <a:ext cx="12330768" cy="163981"/>
            <a:chOff x="-8" y="10152119"/>
            <a:chExt cx="7560309" cy="108585"/>
          </a:xfrm>
        </p:grpSpPr>
        <p:sp>
          <p:nvSpPr>
            <p:cNvPr id="10" name="object 10"/>
            <p:cNvSpPr/>
            <p:nvPr/>
          </p:nvSpPr>
          <p:spPr>
            <a:xfrm>
              <a:off x="-8" y="10152119"/>
              <a:ext cx="7560309" cy="54610"/>
            </a:xfrm>
            <a:custGeom>
              <a:avLst/>
              <a:gdLst/>
              <a:ahLst/>
              <a:cxnLst/>
              <a:rect l="l" t="t" r="r" b="b"/>
              <a:pathLst>
                <a:path w="7560309" h="54609">
                  <a:moveTo>
                    <a:pt x="0" y="53998"/>
                  </a:moveTo>
                  <a:lnTo>
                    <a:pt x="7560097" y="53998"/>
                  </a:lnTo>
                  <a:lnTo>
                    <a:pt x="7560097" y="0"/>
                  </a:lnTo>
                  <a:lnTo>
                    <a:pt x="0" y="0"/>
                  </a:lnTo>
                  <a:lnTo>
                    <a:pt x="0" y="53998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-8" y="10206117"/>
              <a:ext cx="7560309" cy="54610"/>
            </a:xfrm>
            <a:custGeom>
              <a:avLst/>
              <a:gdLst/>
              <a:ahLst/>
              <a:cxnLst/>
              <a:rect l="l" t="t" r="r" b="b"/>
              <a:pathLst>
                <a:path w="7560309" h="54609">
                  <a:moveTo>
                    <a:pt x="0" y="54004"/>
                  </a:moveTo>
                  <a:lnTo>
                    <a:pt x="0" y="0"/>
                  </a:lnTo>
                  <a:lnTo>
                    <a:pt x="7560097" y="0"/>
                  </a:lnTo>
                  <a:lnTo>
                    <a:pt x="7560097" y="54004"/>
                  </a:lnTo>
                  <a:lnTo>
                    <a:pt x="0" y="5400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282" y="11150"/>
            <a:ext cx="11808054" cy="690409"/>
          </a:xfrm>
          <a:prstGeom prst="rect">
            <a:avLst/>
          </a:prstGeom>
        </p:spPr>
        <p:txBody>
          <a:bodyPr vert="horz" wrap="square" lIns="0" tIns="7330" rIns="0" bIns="0" rtlCol="0" anchor="t">
            <a:spAutoFit/>
          </a:bodyPr>
          <a:lstStyle/>
          <a:p>
            <a:pPr marL="7620">
              <a:spcBef>
                <a:spcPts val="58"/>
              </a:spcBef>
              <a:tabLst>
                <a:tab pos="3318481" algn="l"/>
              </a:tabLst>
            </a:pPr>
            <a:r>
              <a:rPr sz="700" i="1" spc="-6">
                <a:solidFill>
                  <a:srgbClr val="CC0000"/>
                </a:solidFill>
                <a:latin typeface="Trebuchet MS"/>
                <a:cs typeface="Trebuchet MS"/>
              </a:rPr>
              <a:t>KARONEXT</a:t>
            </a:r>
            <a:r>
              <a:rPr lang="tr-TR" sz="700" i="1" spc="-6" dirty="0">
                <a:solidFill>
                  <a:srgbClr val="CC0000"/>
                </a:solidFill>
                <a:latin typeface="Trebuchet MS"/>
                <a:cs typeface="Trebuchet MS"/>
              </a:rPr>
              <a:t>                               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  <a:r>
              <a:rPr sz="700" i="1" dirty="0">
                <a:solidFill>
                  <a:srgbClr val="CC0000"/>
                </a:solidFill>
                <a:latin typeface="Trebuchet MS"/>
                <a:cs typeface="Trebuchet MS"/>
              </a:rPr>
              <a:t>	</a:t>
            </a:r>
            <a:r>
              <a:rPr sz="700" i="1" spc="-35">
                <a:solidFill>
                  <a:srgbClr val="CC0000"/>
                </a:solidFill>
                <a:latin typeface="Trebuchet MS"/>
                <a:cs typeface="Trebuchet MS"/>
              </a:rPr>
              <a:t>TEKNOFEST</a:t>
            </a:r>
            <a:r>
              <a:rPr sz="700" i="1" spc="-26" dirty="0">
                <a:solidFill>
                  <a:srgbClr val="CC0000"/>
                </a:solidFill>
                <a:latin typeface="Trebuchet MS"/>
                <a:cs typeface="Trebuchet MS"/>
              </a:rPr>
              <a:t> 2026</a:t>
            </a:r>
            <a:endParaRPr sz="7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10"/>
              </a:spcBef>
            </a:pPr>
            <a:endParaRPr sz="705">
              <a:latin typeface="Trebuchet MS"/>
              <a:cs typeface="Trebuchet MS"/>
            </a:endParaRPr>
          </a:p>
          <a:p>
            <a:pPr marL="7620">
              <a:tabLst>
                <a:tab pos="3932577" algn="l"/>
              </a:tabLst>
            </a:pPr>
            <a:r>
              <a:rPr lang="tr-TR" sz="2000" b="1" spc="-73" dirty="0">
                <a:solidFill>
                  <a:srgbClr val="CC0000"/>
                </a:solidFill>
                <a:uFill>
                  <a:solidFill>
                    <a:srgbClr val="CC0000"/>
                  </a:solidFill>
                </a:uFill>
                <a:latin typeface="Trebuchet MS"/>
                <a:cs typeface="Trebuchet MS"/>
              </a:rPr>
              <a:t>     </a:t>
            </a:r>
            <a:r>
              <a:rPr lang="tr-TR" sz="2000" b="1" i="1" spc="-73" dirty="0">
                <a:solidFill>
                  <a:srgbClr val="CC0000"/>
                </a:solidFill>
                <a:uFill>
                  <a:solidFill>
                    <a:srgbClr val="CC0000"/>
                  </a:solidFill>
                </a:uFill>
                <a:latin typeface="Trebuchet MS"/>
                <a:cs typeface="Trebuchet MS"/>
              </a:rPr>
              <a:t>      </a:t>
            </a:r>
            <a:r>
              <a:rPr sz="2000" b="1" i="1" spc="-35" dirty="0" err="1">
                <a:solidFill>
                  <a:srgbClr val="CC0000"/>
                </a:solidFill>
                <a:uFill>
                  <a:solidFill>
                    <a:srgbClr val="CC0000"/>
                  </a:solidFill>
                </a:uFill>
                <a:latin typeface="Trebuchet MS"/>
                <a:cs typeface="Trebuchet MS"/>
              </a:rPr>
              <a:t>Takım</a:t>
            </a:r>
            <a:r>
              <a:rPr sz="2000" b="1" i="1" spc="-125" dirty="0">
                <a:solidFill>
                  <a:srgbClr val="CC0000"/>
                </a:solidFill>
                <a:uFill>
                  <a:solidFill>
                    <a:srgbClr val="CC0000"/>
                  </a:solidFill>
                </a:uFill>
                <a:latin typeface="Trebuchet MS"/>
                <a:cs typeface="Trebuchet MS"/>
              </a:rPr>
              <a:t> </a:t>
            </a:r>
            <a:r>
              <a:rPr sz="2000" b="1" i="1" spc="-6" dirty="0" err="1">
                <a:solidFill>
                  <a:srgbClr val="CC0000"/>
                </a:solidFill>
                <a:uFill>
                  <a:solidFill>
                    <a:srgbClr val="CC0000"/>
                  </a:solidFill>
                </a:uFill>
                <a:latin typeface="Trebuchet MS"/>
                <a:cs typeface="Trebuchet MS"/>
              </a:rPr>
              <a:t>Hakkında</a:t>
            </a:r>
            <a:r>
              <a:rPr sz="2000" b="1" i="1" dirty="0">
                <a:solidFill>
                  <a:srgbClr val="CC0000"/>
                </a:solidFill>
                <a:uFill>
                  <a:solidFill>
                    <a:srgbClr val="CC0000"/>
                  </a:solidFill>
                </a:uFill>
                <a:latin typeface="Trebuchet MS"/>
                <a:cs typeface="Trebuchet MS"/>
              </a:rPr>
              <a:t>	</a:t>
            </a:r>
            <a:endParaRPr sz="2000" i="1">
              <a:latin typeface="Trebuchet MS"/>
              <a:cs typeface="Trebuchet MS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711702" y="889370"/>
            <a:ext cx="7031821" cy="3126684"/>
            <a:chOff x="725055" y="1486890"/>
            <a:chExt cx="6109970" cy="3155315"/>
          </a:xfrm>
        </p:grpSpPr>
        <p:sp>
          <p:nvSpPr>
            <p:cNvPr id="4" name="object 4"/>
            <p:cNvSpPr/>
            <p:nvPr/>
          </p:nvSpPr>
          <p:spPr>
            <a:xfrm>
              <a:off x="725055" y="1486890"/>
              <a:ext cx="6109970" cy="3155315"/>
            </a:xfrm>
            <a:custGeom>
              <a:avLst/>
              <a:gdLst/>
              <a:ahLst/>
              <a:cxnLst/>
              <a:rect l="l" t="t" r="r" b="b"/>
              <a:pathLst>
                <a:path w="6109970" h="3155315">
                  <a:moveTo>
                    <a:pt x="6109881" y="0"/>
                  </a:moveTo>
                  <a:lnTo>
                    <a:pt x="0" y="0"/>
                  </a:lnTo>
                  <a:lnTo>
                    <a:pt x="0" y="3155226"/>
                  </a:lnTo>
                  <a:lnTo>
                    <a:pt x="6109881" y="3155226"/>
                  </a:lnTo>
                  <a:lnTo>
                    <a:pt x="6109881" y="0"/>
                  </a:lnTo>
                  <a:close/>
                </a:path>
              </a:pathLst>
            </a:custGeom>
            <a:solidFill>
              <a:srgbClr val="F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1749" y="1641335"/>
              <a:ext cx="2750242" cy="2773031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8059881" y="1208487"/>
            <a:ext cx="3424609" cy="4293785"/>
          </a:xfrm>
          <a:prstGeom prst="rect">
            <a:avLst/>
          </a:prstGeom>
        </p:spPr>
        <p:txBody>
          <a:bodyPr vert="horz" wrap="square" lIns="0" tIns="46019" rIns="0" bIns="0" rtlCol="0" anchor="t">
            <a:spAutoFit/>
          </a:bodyPr>
          <a:lstStyle/>
          <a:p>
            <a:pPr marL="7620">
              <a:lnSpc>
                <a:spcPct val="100000"/>
              </a:lnSpc>
              <a:spcBef>
                <a:spcPts val="362"/>
              </a:spcBef>
            </a:pPr>
            <a:r>
              <a:rPr sz="1400" b="1" i="1" spc="-6" dirty="0" err="1">
                <a:solidFill>
                  <a:srgbClr val="CC0000"/>
                </a:solidFill>
                <a:latin typeface="Trebuchet MS"/>
                <a:cs typeface="Trebuchet MS"/>
              </a:rPr>
              <a:t>Vizyon</a:t>
            </a:r>
            <a:endParaRPr sz="1400" i="1">
              <a:latin typeface="Trebuchet MS"/>
              <a:cs typeface="Trebuchet MS"/>
            </a:endParaRPr>
          </a:p>
          <a:p>
            <a:pPr marL="7620" marR="3175">
              <a:spcBef>
                <a:spcPts val="234"/>
              </a:spcBef>
              <a:tabLst>
                <a:tab pos="213386" algn="l"/>
                <a:tab pos="546904" algn="l"/>
                <a:tab pos="801420" algn="l"/>
                <a:tab pos="898339" algn="l"/>
                <a:tab pos="1250997" algn="l"/>
                <a:tab pos="1547050" algn="l"/>
                <a:tab pos="1678176" algn="l"/>
              </a:tabLst>
            </a:pPr>
            <a:r>
              <a:rPr sz="1400" spc="-6" dirty="0">
                <a:latin typeface="Tahoma"/>
                <a:cs typeface="Tahoma"/>
              </a:rPr>
              <a:t>KARONEXT</a:t>
            </a:r>
            <a:r>
              <a:rPr lang="tr-TR" sz="1400" spc="-6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	</a:t>
            </a:r>
            <a:r>
              <a:rPr sz="1400" spc="-6" dirty="0" err="1">
                <a:latin typeface="Tahoma"/>
                <a:cs typeface="Tahoma"/>
              </a:rPr>
              <a:t>olarak</a:t>
            </a:r>
            <a:r>
              <a:rPr lang="tr-TR" sz="1400" spc="-6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	</a:t>
            </a:r>
            <a:r>
              <a:rPr sz="1400" spc="-6" dirty="0" err="1">
                <a:latin typeface="Tahoma"/>
                <a:cs typeface="Tahoma"/>
              </a:rPr>
              <a:t>vizyonumuz</a:t>
            </a:r>
            <a:r>
              <a:rPr sz="1400" spc="-6" dirty="0">
                <a:latin typeface="Tahoma"/>
                <a:cs typeface="Tahoma"/>
              </a:rPr>
              <a:t>;</a:t>
            </a:r>
            <a:r>
              <a:rPr sz="1400" dirty="0">
                <a:latin typeface="Tahoma"/>
                <a:cs typeface="Tahoma"/>
              </a:rPr>
              <a:t>	</a:t>
            </a:r>
            <a:r>
              <a:rPr lang="tr-TR" sz="1400" dirty="0">
                <a:latin typeface="Tahoma"/>
                <a:cs typeface="Tahoma"/>
              </a:rPr>
              <a:t> </a:t>
            </a:r>
            <a:r>
              <a:rPr lang="tr-TR" sz="1400" spc="-29" dirty="0">
                <a:latin typeface="Tahoma"/>
                <a:cs typeface="Tahoma"/>
              </a:rPr>
              <a:t>gelenek</a:t>
            </a:r>
            <a:r>
              <a:rPr lang="tr-TR" sz="1400" spc="-16" dirty="0">
                <a:latin typeface="Tahoma"/>
                <a:cs typeface="Tahoma"/>
              </a:rPr>
              <a:t>sel</a:t>
            </a:r>
            <a:r>
              <a:rPr sz="1400" dirty="0">
                <a:latin typeface="Tahoma"/>
                <a:cs typeface="Tahoma"/>
              </a:rPr>
              <a:t>	</a:t>
            </a:r>
            <a:r>
              <a:rPr lang="tr-TR" sz="1400" dirty="0">
                <a:latin typeface="Tahoma"/>
                <a:cs typeface="Tahoma"/>
              </a:rPr>
              <a:t> </a:t>
            </a:r>
            <a:r>
              <a:rPr sz="1400" spc="-6" dirty="0" err="1">
                <a:latin typeface="Tahoma"/>
                <a:cs typeface="Tahoma"/>
              </a:rPr>
              <a:t>yöntemlerin</a:t>
            </a:r>
            <a:r>
              <a:rPr lang="tr-TR" sz="1400" spc="-6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	</a:t>
            </a:r>
            <a:r>
              <a:rPr sz="1400" spc="-6" dirty="0" err="1">
                <a:latin typeface="Tahoma"/>
                <a:cs typeface="Tahoma"/>
              </a:rPr>
              <a:t>tıkandığı</a:t>
            </a:r>
            <a:r>
              <a:rPr lang="tr-TR" sz="1400" spc="-6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	</a:t>
            </a:r>
            <a:r>
              <a:rPr sz="1400" spc="-6" dirty="0" err="1">
                <a:latin typeface="Tahoma"/>
                <a:cs typeface="Tahoma"/>
              </a:rPr>
              <a:t>noktada</a:t>
            </a:r>
            <a:r>
              <a:rPr lang="tr-TR" sz="1400" spc="-6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	</a:t>
            </a:r>
            <a:r>
              <a:rPr sz="1400" spc="-16" dirty="0" err="1">
                <a:latin typeface="Tahoma"/>
                <a:cs typeface="Tahoma"/>
              </a:rPr>
              <a:t>derin</a:t>
            </a:r>
            <a:r>
              <a:rPr lang="tr-TR" sz="1400" spc="-16" dirty="0">
                <a:latin typeface="Tahoma"/>
                <a:cs typeface="Tahoma"/>
              </a:rPr>
              <a:t> </a:t>
            </a:r>
            <a:r>
              <a:rPr lang="en-US" sz="1400" spc="-16" dirty="0" err="1">
                <a:latin typeface="Tahoma"/>
                <a:cs typeface="Tahoma"/>
              </a:rPr>
              <a:t>öğrenme</a:t>
            </a:r>
            <a:r>
              <a:rPr lang="en-US" sz="1400" spc="-16" dirty="0">
                <a:latin typeface="Tahoma"/>
                <a:cs typeface="Tahoma"/>
              </a:rPr>
              <a:t> </a:t>
            </a:r>
            <a:r>
              <a:rPr lang="en-US" sz="1400" spc="-16" dirty="0" err="1">
                <a:latin typeface="Tahoma"/>
                <a:cs typeface="Tahoma"/>
              </a:rPr>
              <a:t>ve</a:t>
            </a:r>
            <a:r>
              <a:rPr lang="en-US" sz="1400" spc="-16" dirty="0">
                <a:latin typeface="Tahoma"/>
                <a:cs typeface="Tahoma"/>
              </a:rPr>
              <a:t> </a:t>
            </a:r>
            <a:r>
              <a:rPr lang="en-US" sz="1400" spc="-16" dirty="0" err="1">
                <a:latin typeface="Tahoma"/>
                <a:cs typeface="Tahoma"/>
              </a:rPr>
              <a:t>ileri</a:t>
            </a:r>
            <a:r>
              <a:rPr lang="en-US" sz="1400" spc="-16" dirty="0">
                <a:latin typeface="Tahoma"/>
                <a:cs typeface="Tahoma"/>
              </a:rPr>
              <a:t> </a:t>
            </a:r>
            <a:r>
              <a:rPr lang="en-US" sz="1400" spc="-16" dirty="0" err="1">
                <a:latin typeface="Tahoma"/>
                <a:cs typeface="Tahoma"/>
              </a:rPr>
              <a:t>seviye</a:t>
            </a:r>
            <a:r>
              <a:rPr lang="en-US" sz="1400" spc="-16" dirty="0">
                <a:latin typeface="Tahoma"/>
                <a:cs typeface="Tahoma"/>
              </a:rPr>
              <a:t> </a:t>
            </a:r>
            <a:r>
              <a:rPr lang="en-US" sz="1400" spc="-16" dirty="0" err="1">
                <a:latin typeface="Tahoma"/>
                <a:cs typeface="Tahoma"/>
              </a:rPr>
              <a:t>optimizasyon</a:t>
            </a:r>
            <a:r>
              <a:rPr lang="en-US" sz="1400" spc="-16" dirty="0">
                <a:latin typeface="Tahoma"/>
                <a:cs typeface="Tahoma"/>
              </a:rPr>
              <a:t> </a:t>
            </a:r>
            <a:r>
              <a:rPr lang="en-US" sz="1400" spc="-16" dirty="0" err="1">
                <a:latin typeface="Tahoma"/>
                <a:cs typeface="Tahoma"/>
              </a:rPr>
              <a:t>mimarileriyle</a:t>
            </a:r>
            <a:r>
              <a:rPr lang="en-US" sz="1400" spc="-16" dirty="0">
                <a:latin typeface="Tahoma"/>
                <a:cs typeface="Tahoma"/>
              </a:rPr>
              <a:t> </a:t>
            </a:r>
            <a:r>
              <a:rPr lang="en-US" sz="1400" spc="-16" dirty="0" err="1">
                <a:latin typeface="Tahoma"/>
                <a:cs typeface="Tahoma"/>
              </a:rPr>
              <a:t>yerli</a:t>
            </a:r>
            <a:r>
              <a:rPr lang="en-US" sz="1400" spc="-16" dirty="0">
                <a:latin typeface="Tahoma"/>
                <a:cs typeface="Tahoma"/>
              </a:rPr>
              <a:t> </a:t>
            </a:r>
            <a:r>
              <a:rPr lang="en-US" sz="1400" spc="-16" dirty="0" err="1">
                <a:latin typeface="Tahoma"/>
                <a:cs typeface="Tahoma"/>
              </a:rPr>
              <a:t>çözümler</a:t>
            </a:r>
            <a:r>
              <a:rPr lang="en-US" sz="1400" spc="-16" dirty="0">
                <a:latin typeface="Tahoma"/>
                <a:cs typeface="Tahoma"/>
              </a:rPr>
              <a:t> </a:t>
            </a:r>
            <a:r>
              <a:rPr lang="en-US" sz="1400" spc="-16" dirty="0" err="1">
                <a:latin typeface="Tahoma"/>
                <a:cs typeface="Tahoma"/>
              </a:rPr>
              <a:t>üretmek</a:t>
            </a:r>
            <a:r>
              <a:rPr lang="en-US" sz="1400" spc="-16" dirty="0">
                <a:latin typeface="Tahoma"/>
                <a:cs typeface="Tahoma"/>
              </a:rPr>
              <a:t>; </a:t>
            </a:r>
            <a:r>
              <a:rPr lang="en-US" sz="1400" spc="-16" dirty="0" err="1">
                <a:latin typeface="Tahoma"/>
                <a:cs typeface="Tahoma"/>
              </a:rPr>
              <a:t>bilginin</a:t>
            </a:r>
            <a:r>
              <a:rPr lang="en-US" sz="1400" spc="-16" dirty="0">
                <a:latin typeface="Tahoma"/>
                <a:cs typeface="Tahoma"/>
              </a:rPr>
              <a:t> </a:t>
            </a:r>
            <a:r>
              <a:rPr lang="en-US" sz="1400" spc="-16" dirty="0" err="1">
                <a:latin typeface="Tahoma"/>
                <a:cs typeface="Tahoma"/>
              </a:rPr>
              <a:t>bilgeliğini</a:t>
            </a:r>
            <a:r>
              <a:rPr lang="en-US" sz="1400" spc="-16" dirty="0">
                <a:latin typeface="Tahoma"/>
                <a:cs typeface="Tahoma"/>
              </a:rPr>
              <a:t>, </a:t>
            </a:r>
            <a:r>
              <a:rPr lang="en-US" sz="1400" spc="-16" dirty="0" err="1">
                <a:latin typeface="Tahoma"/>
                <a:cs typeface="Tahoma"/>
              </a:rPr>
              <a:t>Türkiye’nin</a:t>
            </a:r>
            <a:r>
              <a:rPr lang="en-US" sz="1400" spc="-16" dirty="0">
                <a:latin typeface="Tahoma"/>
                <a:cs typeface="Tahoma"/>
              </a:rPr>
              <a:t> </a:t>
            </a:r>
            <a:r>
              <a:rPr lang="en-US" sz="1400" spc="-16" dirty="0" err="1">
                <a:latin typeface="Tahoma"/>
                <a:cs typeface="Tahoma"/>
              </a:rPr>
              <a:t>teknolojik</a:t>
            </a:r>
            <a:r>
              <a:rPr lang="en-US" sz="1400" spc="-16" dirty="0">
                <a:latin typeface="Tahoma"/>
                <a:cs typeface="Tahoma"/>
              </a:rPr>
              <a:t> </a:t>
            </a:r>
            <a:r>
              <a:rPr lang="en-US" sz="1400" spc="-16" dirty="0" err="1">
                <a:latin typeface="Tahoma"/>
                <a:cs typeface="Tahoma"/>
              </a:rPr>
              <a:t>bağımsızlığına</a:t>
            </a:r>
            <a:r>
              <a:rPr lang="en-US" sz="1400" spc="-16" dirty="0">
                <a:latin typeface="Tahoma"/>
                <a:cs typeface="Tahoma"/>
              </a:rPr>
              <a:t> </a:t>
            </a:r>
            <a:r>
              <a:rPr lang="en-US" sz="1400" spc="-16" dirty="0" err="1">
                <a:latin typeface="Tahoma"/>
                <a:cs typeface="Tahoma"/>
              </a:rPr>
              <a:t>hizmet</a:t>
            </a:r>
            <a:r>
              <a:rPr lang="en-US" sz="1400" spc="-16" dirty="0">
                <a:latin typeface="Tahoma"/>
                <a:cs typeface="Tahoma"/>
              </a:rPr>
              <a:t> </a:t>
            </a:r>
            <a:r>
              <a:rPr lang="en-US" sz="1400" spc="-16" dirty="0" err="1">
                <a:latin typeface="Tahoma"/>
                <a:cs typeface="Tahoma"/>
              </a:rPr>
              <a:t>eden</a:t>
            </a:r>
            <a:r>
              <a:rPr lang="en-US" sz="1400" spc="-16" dirty="0">
                <a:latin typeface="Tahoma"/>
                <a:cs typeface="Tahoma"/>
              </a:rPr>
              <a:t> </a:t>
            </a:r>
            <a:r>
              <a:rPr lang="en-US" sz="1400" spc="-16" dirty="0" err="1">
                <a:latin typeface="Tahoma"/>
                <a:cs typeface="Tahoma"/>
              </a:rPr>
              <a:t>yüksek</a:t>
            </a:r>
            <a:r>
              <a:rPr lang="en-US" sz="1400" spc="-16" dirty="0">
                <a:latin typeface="Tahoma"/>
                <a:cs typeface="Tahoma"/>
              </a:rPr>
              <a:t> </a:t>
            </a:r>
            <a:r>
              <a:rPr lang="en-US" sz="1400" spc="-16" dirty="0" err="1">
                <a:latin typeface="Tahoma"/>
                <a:cs typeface="Tahoma"/>
              </a:rPr>
              <a:t>katma</a:t>
            </a:r>
            <a:r>
              <a:rPr lang="en-US" sz="1400" spc="-16" dirty="0">
                <a:latin typeface="Tahoma"/>
                <a:cs typeface="Tahoma"/>
              </a:rPr>
              <a:t> </a:t>
            </a:r>
            <a:r>
              <a:rPr lang="en-US" sz="1400" spc="-16" dirty="0" err="1">
                <a:latin typeface="Tahoma"/>
                <a:cs typeface="Tahoma"/>
              </a:rPr>
              <a:t>değerli</a:t>
            </a:r>
            <a:r>
              <a:rPr lang="en-US" sz="1400" spc="-16" dirty="0">
                <a:latin typeface="Tahoma"/>
                <a:cs typeface="Tahoma"/>
              </a:rPr>
              <a:t> </a:t>
            </a:r>
            <a:r>
              <a:rPr lang="en-US" sz="1400" spc="-16" dirty="0" err="1">
                <a:latin typeface="Tahoma"/>
                <a:cs typeface="Tahoma"/>
              </a:rPr>
              <a:t>projelere</a:t>
            </a:r>
            <a:r>
              <a:rPr lang="en-US" sz="1400" spc="-16" dirty="0">
                <a:latin typeface="Tahoma"/>
                <a:cs typeface="Tahoma"/>
              </a:rPr>
              <a:t> </a:t>
            </a:r>
            <a:r>
              <a:rPr lang="en-US" sz="1400" spc="-16" dirty="0" err="1">
                <a:latin typeface="Tahoma"/>
                <a:cs typeface="Tahoma"/>
              </a:rPr>
              <a:t>dönüştürmektir</a:t>
            </a:r>
            <a:r>
              <a:rPr lang="en-US" sz="1400" spc="-16" dirty="0">
                <a:latin typeface="Tahoma"/>
                <a:cs typeface="Tahoma"/>
              </a:rPr>
              <a:t>.</a:t>
            </a:r>
            <a:endParaRPr lang="en-US" sz="1400" dirty="0" err="1">
              <a:latin typeface="Tahoma"/>
              <a:cs typeface="Tahoma"/>
            </a:endParaRPr>
          </a:p>
          <a:p>
            <a:pPr marL="7620" marR="3175">
              <a:spcBef>
                <a:spcPts val="234"/>
              </a:spcBef>
              <a:tabLst>
                <a:tab pos="213386" algn="l"/>
                <a:tab pos="546904" algn="l"/>
                <a:tab pos="801420" algn="l"/>
                <a:tab pos="898339" algn="l"/>
                <a:tab pos="1250997" algn="l"/>
                <a:tab pos="1547050" algn="l"/>
                <a:tab pos="1678176" algn="l"/>
              </a:tabLst>
            </a:pPr>
            <a:endParaRPr lang="en-US" sz="1400" spc="-16" dirty="0">
              <a:latin typeface="Tahoma"/>
              <a:cs typeface="Tahoma"/>
            </a:endParaRPr>
          </a:p>
          <a:p>
            <a:pPr marL="7620" marR="3175">
              <a:spcBef>
                <a:spcPts val="234"/>
              </a:spcBef>
              <a:tabLst>
                <a:tab pos="213386" algn="l"/>
                <a:tab pos="546904" algn="l"/>
                <a:tab pos="801420" algn="l"/>
                <a:tab pos="898339" algn="l"/>
                <a:tab pos="1250997" algn="l"/>
                <a:tab pos="1547050" algn="l"/>
                <a:tab pos="1678176" algn="l"/>
              </a:tabLst>
            </a:pPr>
            <a:endParaRPr lang="en-US" sz="1400" spc="-16" dirty="0">
              <a:latin typeface="Tahoma"/>
              <a:cs typeface="Tahoma"/>
            </a:endParaRPr>
          </a:p>
          <a:p>
            <a:pPr marL="7620">
              <a:spcBef>
                <a:spcPts val="362"/>
              </a:spcBef>
              <a:tabLst>
                <a:tab pos="213386" algn="l"/>
                <a:tab pos="546904" algn="l"/>
                <a:tab pos="801420" algn="l"/>
                <a:tab pos="898339" algn="l"/>
                <a:tab pos="1250997" algn="l"/>
                <a:tab pos="1547050" algn="l"/>
                <a:tab pos="1678176" algn="l"/>
              </a:tabLst>
            </a:pPr>
            <a:r>
              <a:rPr lang="en-US" sz="1400" b="1" i="1" spc="-16" dirty="0" err="1">
                <a:solidFill>
                  <a:srgbClr val="CC0000"/>
                </a:solidFill>
                <a:latin typeface="Trebuchet MS"/>
                <a:cs typeface="Tahoma"/>
              </a:rPr>
              <a:t>Misyon</a:t>
            </a:r>
            <a:endParaRPr lang="en-US" sz="1400" i="1" spc="-16" dirty="0" err="1">
              <a:latin typeface="Trebuchet MS"/>
              <a:cs typeface="Tahoma"/>
            </a:endParaRPr>
          </a:p>
          <a:p>
            <a:pPr marL="7620" marR="3175" algn="just">
              <a:spcBef>
                <a:spcPts val="234"/>
              </a:spcBef>
              <a:tabLst>
                <a:tab pos="213386" algn="l"/>
                <a:tab pos="546904" algn="l"/>
                <a:tab pos="801420" algn="l"/>
                <a:tab pos="898339" algn="l"/>
                <a:tab pos="1250997" algn="l"/>
                <a:tab pos="1547050" algn="l"/>
                <a:tab pos="1678176" algn="l"/>
              </a:tabLst>
            </a:pPr>
            <a:r>
              <a:rPr lang="en-US" sz="1400" spc="-16" dirty="0" err="1">
                <a:latin typeface="Tahoma"/>
                <a:cs typeface="Tahoma"/>
              </a:rPr>
              <a:t>Misyonumuz</a:t>
            </a:r>
            <a:r>
              <a:rPr lang="en-US" sz="1400" spc="-16" dirty="0">
                <a:latin typeface="Tahoma"/>
                <a:cs typeface="Tahoma"/>
              </a:rPr>
              <a:t>,</a:t>
            </a:r>
            <a:r>
              <a:rPr lang="tr-TR" sz="1400" spc="-16" dirty="0">
                <a:latin typeface="Tahoma"/>
                <a:cs typeface="Tahoma"/>
              </a:rPr>
              <a:t> </a:t>
            </a:r>
            <a:r>
              <a:rPr lang="en-US" sz="1400" spc="-16" dirty="0" err="1">
                <a:latin typeface="Tahoma"/>
                <a:cs typeface="Tahoma"/>
              </a:rPr>
              <a:t>akademik</a:t>
            </a:r>
            <a:r>
              <a:rPr lang="en-US" sz="1400" spc="-16" dirty="0">
                <a:latin typeface="Tahoma"/>
                <a:cs typeface="Tahoma"/>
              </a:rPr>
              <a:t> </a:t>
            </a:r>
            <a:r>
              <a:rPr lang="en-US" sz="1400" spc="-16" dirty="0" err="1">
                <a:latin typeface="Tahoma"/>
                <a:cs typeface="Tahoma"/>
              </a:rPr>
              <a:t>disiplini</a:t>
            </a:r>
            <a:r>
              <a:rPr lang="en-US" sz="1400" spc="-16" dirty="0">
                <a:latin typeface="Tahoma"/>
                <a:cs typeface="Tahoma"/>
              </a:rPr>
              <a:t>, </a:t>
            </a:r>
            <a:r>
              <a:rPr lang="en-US" sz="1400" spc="-16" dirty="0" err="1">
                <a:latin typeface="Tahoma"/>
                <a:cs typeface="Tahoma"/>
              </a:rPr>
              <a:t>endüstriyel</a:t>
            </a:r>
            <a:r>
              <a:rPr lang="en-US" sz="1400" spc="-16" dirty="0">
                <a:latin typeface="Tahoma"/>
                <a:cs typeface="Tahoma"/>
              </a:rPr>
              <a:t> </a:t>
            </a:r>
            <a:r>
              <a:rPr lang="en-US" sz="1400" spc="-16" dirty="0" err="1">
                <a:latin typeface="Tahoma"/>
                <a:cs typeface="Tahoma"/>
              </a:rPr>
              <a:t>standartlarda</a:t>
            </a:r>
            <a:r>
              <a:rPr lang="en-US" sz="1400" spc="-16" dirty="0">
                <a:latin typeface="Tahoma"/>
                <a:cs typeface="Tahoma"/>
              </a:rPr>
              <a:t> </a:t>
            </a:r>
            <a:r>
              <a:rPr lang="en-US" sz="1400" spc="-16" dirty="0" err="1">
                <a:latin typeface="Tahoma"/>
                <a:cs typeface="Tahoma"/>
              </a:rPr>
              <a:t>yazılım</a:t>
            </a:r>
            <a:r>
              <a:rPr lang="en-US" sz="1400" spc="-16" dirty="0">
                <a:latin typeface="Tahoma"/>
                <a:cs typeface="Tahoma"/>
              </a:rPr>
              <a:t> </a:t>
            </a:r>
            <a:r>
              <a:rPr lang="en-US" sz="1400" spc="-16" dirty="0" err="1">
                <a:latin typeface="Tahoma"/>
                <a:cs typeface="Tahoma"/>
              </a:rPr>
              <a:t>ve</a:t>
            </a:r>
            <a:r>
              <a:rPr lang="en-US" sz="1400" spc="-16" dirty="0">
                <a:latin typeface="Tahoma"/>
                <a:cs typeface="Tahoma"/>
              </a:rPr>
              <a:t> </a:t>
            </a:r>
            <a:r>
              <a:rPr lang="en-US" sz="1400" spc="-16" dirty="0" err="1">
                <a:latin typeface="Tahoma"/>
                <a:cs typeface="Tahoma"/>
              </a:rPr>
              <a:t>modelleme</a:t>
            </a:r>
            <a:r>
              <a:rPr lang="en-US" sz="1400" spc="-16" dirty="0">
                <a:latin typeface="Tahoma"/>
                <a:cs typeface="Tahoma"/>
              </a:rPr>
              <a:t> </a:t>
            </a:r>
            <a:r>
              <a:rPr lang="tr-TR" sz="1400" spc="-16" dirty="0">
                <a:latin typeface="Tahoma"/>
                <a:cs typeface="Tahoma"/>
              </a:rPr>
              <a:t>süreçlerine</a:t>
            </a:r>
            <a:r>
              <a:rPr lang="en-US" sz="1400" spc="-16" dirty="0">
                <a:latin typeface="Tahoma"/>
                <a:cs typeface="Tahoma"/>
              </a:rPr>
              <a:t> </a:t>
            </a:r>
            <a:r>
              <a:rPr lang="en-US" sz="1400" spc="-16" dirty="0" err="1">
                <a:latin typeface="Tahoma"/>
                <a:cs typeface="Tahoma"/>
              </a:rPr>
              <a:t>dönüştürmek</a:t>
            </a:r>
            <a:r>
              <a:rPr lang="en-US" sz="1400" spc="-16" dirty="0">
                <a:latin typeface="Tahoma"/>
                <a:cs typeface="Tahoma"/>
              </a:rPr>
              <a:t>; </a:t>
            </a:r>
            <a:r>
              <a:rPr lang="en-US" sz="1400" spc="-16" dirty="0" err="1">
                <a:latin typeface="Tahoma"/>
                <a:cs typeface="Tahoma"/>
              </a:rPr>
              <a:t>Teknofest</a:t>
            </a:r>
            <a:r>
              <a:rPr lang="en-US" sz="1400" spc="-16" dirty="0">
                <a:latin typeface="Tahoma"/>
                <a:cs typeface="Tahoma"/>
              </a:rPr>
              <a:t> </a:t>
            </a:r>
            <a:r>
              <a:rPr lang="en-US" sz="1400" spc="-16" dirty="0" err="1">
                <a:latin typeface="Tahoma"/>
                <a:cs typeface="Tahoma"/>
              </a:rPr>
              <a:t>için</a:t>
            </a:r>
            <a:r>
              <a:rPr lang="en-US" sz="1400" spc="-16" dirty="0">
                <a:latin typeface="Tahoma"/>
                <a:cs typeface="Tahoma"/>
              </a:rPr>
              <a:t> </a:t>
            </a:r>
            <a:r>
              <a:rPr lang="en-US" sz="1400" spc="-16" dirty="0" err="1">
                <a:latin typeface="Tahoma"/>
                <a:cs typeface="Tahoma"/>
              </a:rPr>
              <a:t>geliştirdiğimiz</a:t>
            </a:r>
            <a:r>
              <a:rPr lang="en-US" sz="1400" spc="-16" dirty="0">
                <a:latin typeface="Tahoma"/>
                <a:cs typeface="Tahoma"/>
              </a:rPr>
              <a:t> </a:t>
            </a:r>
            <a:r>
              <a:rPr lang="en-US" sz="1400" spc="-16" dirty="0" err="1">
                <a:latin typeface="Tahoma"/>
                <a:cs typeface="Tahoma"/>
              </a:rPr>
              <a:t>projelerle</a:t>
            </a:r>
            <a:r>
              <a:rPr lang="en-US" sz="1400" spc="-16" dirty="0">
                <a:latin typeface="Tahoma"/>
                <a:cs typeface="Tahoma"/>
              </a:rPr>
              <a:t> </a:t>
            </a:r>
            <a:r>
              <a:rPr lang="en-US" sz="1400" spc="-16" dirty="0" err="1">
                <a:latin typeface="Tahoma"/>
                <a:cs typeface="Tahoma"/>
              </a:rPr>
              <a:t>yüksek</a:t>
            </a:r>
            <a:r>
              <a:rPr lang="en-US" sz="1400" spc="-16" dirty="0">
                <a:latin typeface="Tahoma"/>
                <a:cs typeface="Tahoma"/>
              </a:rPr>
              <a:t> </a:t>
            </a:r>
            <a:r>
              <a:rPr lang="en-US" sz="1400" spc="-16" dirty="0" err="1">
                <a:latin typeface="Tahoma"/>
                <a:cs typeface="Tahoma"/>
              </a:rPr>
              <a:t>katma</a:t>
            </a:r>
            <a:r>
              <a:rPr lang="en-US" sz="1400" spc="-16" dirty="0">
                <a:latin typeface="Tahoma"/>
                <a:cs typeface="Tahoma"/>
              </a:rPr>
              <a:t> </a:t>
            </a:r>
            <a:r>
              <a:rPr lang="en-US" sz="1400" spc="-16" dirty="0" err="1">
                <a:latin typeface="Tahoma"/>
                <a:cs typeface="Tahoma"/>
              </a:rPr>
              <a:t>değerli</a:t>
            </a:r>
            <a:r>
              <a:rPr lang="en-US" sz="1400" spc="-16" dirty="0">
                <a:latin typeface="Tahoma"/>
                <a:cs typeface="Tahoma"/>
              </a:rPr>
              <a:t>, </a:t>
            </a:r>
            <a:r>
              <a:rPr lang="en-US" sz="1400" spc="-16" dirty="0" err="1">
                <a:latin typeface="Tahoma"/>
                <a:cs typeface="Tahoma"/>
              </a:rPr>
              <a:t>etik</a:t>
            </a:r>
            <a:r>
              <a:rPr lang="en-US" sz="1400" spc="-16" dirty="0">
                <a:latin typeface="Tahoma"/>
                <a:cs typeface="Tahoma"/>
              </a:rPr>
              <a:t> </a:t>
            </a:r>
            <a:r>
              <a:rPr lang="en-US" sz="1400" spc="-16" dirty="0" err="1">
                <a:latin typeface="Tahoma"/>
                <a:cs typeface="Tahoma"/>
              </a:rPr>
              <a:t>ve</a:t>
            </a:r>
            <a:r>
              <a:rPr lang="en-US" sz="1400" spc="-16" dirty="0">
                <a:latin typeface="Tahoma"/>
                <a:cs typeface="Tahoma"/>
              </a:rPr>
              <a:t> </a:t>
            </a:r>
            <a:r>
              <a:rPr lang="en-US" sz="1400" spc="-16" dirty="0" err="1">
                <a:latin typeface="Tahoma"/>
                <a:cs typeface="Tahoma"/>
              </a:rPr>
              <a:t>sürdürülebilir</a:t>
            </a:r>
            <a:r>
              <a:rPr lang="en-US" sz="1400" spc="-16" dirty="0">
                <a:latin typeface="Tahoma"/>
                <a:cs typeface="Tahoma"/>
              </a:rPr>
              <a:t> </a:t>
            </a:r>
            <a:r>
              <a:rPr lang="en-US" sz="1400" spc="-16" dirty="0" err="1">
                <a:latin typeface="Tahoma"/>
                <a:cs typeface="Tahoma"/>
              </a:rPr>
              <a:t>teknoloji</a:t>
            </a:r>
            <a:r>
              <a:rPr lang="en-US" sz="1400" spc="-16" dirty="0">
                <a:latin typeface="Tahoma"/>
                <a:cs typeface="Tahoma"/>
              </a:rPr>
              <a:t> </a:t>
            </a:r>
            <a:r>
              <a:rPr lang="en-US" sz="1400" spc="-16" dirty="0" err="1">
                <a:latin typeface="Tahoma"/>
                <a:cs typeface="Tahoma"/>
              </a:rPr>
              <a:t>çıktıları</a:t>
            </a:r>
            <a:r>
              <a:rPr lang="en-US" sz="1400" spc="-16" dirty="0">
                <a:latin typeface="Tahoma"/>
                <a:cs typeface="Tahoma"/>
              </a:rPr>
              <a:t> </a:t>
            </a:r>
            <a:r>
              <a:rPr lang="en-US" sz="1400" spc="-16" dirty="0" err="1">
                <a:latin typeface="Tahoma"/>
                <a:cs typeface="Tahoma"/>
              </a:rPr>
              <a:t>üreterek</a:t>
            </a:r>
            <a:r>
              <a:rPr lang="en-US" sz="1400" spc="-16" dirty="0">
                <a:latin typeface="Tahoma"/>
                <a:cs typeface="Tahoma"/>
              </a:rPr>
              <a:t> </a:t>
            </a:r>
            <a:r>
              <a:rPr lang="en-US" sz="1400" spc="-16" dirty="0" err="1">
                <a:latin typeface="Tahoma"/>
                <a:cs typeface="Tahoma"/>
              </a:rPr>
              <a:t>toplumsal</a:t>
            </a:r>
            <a:r>
              <a:rPr lang="en-US" sz="1400" spc="-16" dirty="0">
                <a:latin typeface="Tahoma"/>
                <a:cs typeface="Tahoma"/>
              </a:rPr>
              <a:t> </a:t>
            </a:r>
            <a:r>
              <a:rPr lang="en-US" sz="1400" spc="-16" dirty="0" err="1">
                <a:latin typeface="Tahoma"/>
                <a:cs typeface="Tahoma"/>
              </a:rPr>
              <a:t>fayda</a:t>
            </a:r>
            <a:r>
              <a:rPr lang="en-US" sz="1400" spc="-16" dirty="0">
                <a:latin typeface="Tahoma"/>
                <a:cs typeface="Tahoma"/>
              </a:rPr>
              <a:t> </a:t>
            </a:r>
            <a:r>
              <a:rPr lang="en-US" sz="1400" spc="-16" dirty="0" err="1">
                <a:latin typeface="Tahoma"/>
                <a:cs typeface="Tahoma"/>
              </a:rPr>
              <a:t>sağlamaktır</a:t>
            </a:r>
            <a:r>
              <a:rPr lang="en-US" sz="1400" spc="-16" dirty="0">
                <a:latin typeface="Tahoma"/>
                <a:cs typeface="Tahoma"/>
              </a:rPr>
              <a:t>.</a:t>
            </a:r>
            <a:endParaRPr lang="en-US" dirty="0"/>
          </a:p>
        </p:txBody>
      </p:sp>
      <p:sp>
        <p:nvSpPr>
          <p:cNvPr id="10" name="object 10"/>
          <p:cNvSpPr txBox="1"/>
          <p:nvPr/>
        </p:nvSpPr>
        <p:spPr>
          <a:xfrm>
            <a:off x="778226" y="4337183"/>
            <a:ext cx="2076449" cy="257325"/>
          </a:xfrm>
          <a:prstGeom prst="rect">
            <a:avLst/>
          </a:prstGeom>
        </p:spPr>
        <p:txBody>
          <a:bodyPr vert="horz" wrap="square" lIns="0" tIns="10996" rIns="0" bIns="0" rtlCol="0" anchor="t">
            <a:spAutoFit/>
          </a:bodyPr>
          <a:lstStyle/>
          <a:p>
            <a:pPr marL="7620">
              <a:lnSpc>
                <a:spcPct val="100000"/>
              </a:lnSpc>
              <a:spcBef>
                <a:spcPts val="87"/>
              </a:spcBef>
            </a:pPr>
            <a:r>
              <a:rPr sz="1600" b="1" i="1" dirty="0" err="1">
                <a:solidFill>
                  <a:srgbClr val="CC0000"/>
                </a:solidFill>
                <a:latin typeface="Trebuchet MS"/>
                <a:cs typeface="Trebuchet MS"/>
              </a:rPr>
              <a:t>Çalışma</a:t>
            </a:r>
            <a:r>
              <a:rPr sz="1600" b="1" i="1" spc="-58" dirty="0">
                <a:solidFill>
                  <a:srgbClr val="CC0000"/>
                </a:solidFill>
                <a:latin typeface="Trebuchet MS"/>
                <a:cs typeface="Trebuchet MS"/>
              </a:rPr>
              <a:t> </a:t>
            </a:r>
            <a:r>
              <a:rPr sz="1600" b="1" i="1" spc="-6" dirty="0" err="1">
                <a:solidFill>
                  <a:srgbClr val="CC0000"/>
                </a:solidFill>
                <a:latin typeface="Trebuchet MS"/>
                <a:cs typeface="Trebuchet MS"/>
              </a:rPr>
              <a:t>Alanları</a:t>
            </a:r>
            <a:endParaRPr sz="1600" i="1" err="1">
              <a:latin typeface="Trebuchet MS"/>
              <a:cs typeface="Trebuchet MS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77836" y="4745135"/>
            <a:ext cx="7031057" cy="1433951"/>
          </a:xfrm>
          <a:custGeom>
            <a:avLst/>
            <a:gdLst/>
            <a:ahLst/>
            <a:cxnLst/>
            <a:rect l="l" t="t" r="r" b="b"/>
            <a:pathLst>
              <a:path w="5927725" h="1613534">
                <a:moveTo>
                  <a:pt x="5927686" y="0"/>
                </a:moveTo>
                <a:lnTo>
                  <a:pt x="0" y="0"/>
                </a:lnTo>
                <a:lnTo>
                  <a:pt x="0" y="1613204"/>
                </a:lnTo>
                <a:lnTo>
                  <a:pt x="5927686" y="1613204"/>
                </a:lnTo>
                <a:lnTo>
                  <a:pt x="5927686" y="0"/>
                </a:lnTo>
                <a:close/>
              </a:path>
            </a:pathLst>
          </a:custGeom>
          <a:solidFill>
            <a:srgbClr val="FFDFDF"/>
          </a:solidFill>
        </p:spPr>
        <p:txBody>
          <a:bodyPr wrap="square" lIns="0" tIns="0" rIns="0" bIns="0" rtlCol="0" anchor="t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023090" y="4822149"/>
            <a:ext cx="3161817" cy="1269545"/>
          </a:xfrm>
          <a:prstGeom prst="rect">
            <a:avLst/>
          </a:prstGeom>
        </p:spPr>
        <p:txBody>
          <a:bodyPr vert="horz" wrap="square" lIns="0" tIns="32987" rIns="0" bIns="0" rtlCol="0" anchor="t">
            <a:spAutoFit/>
          </a:bodyPr>
          <a:lstStyle/>
          <a:p>
            <a:pPr marL="7620">
              <a:lnSpc>
                <a:spcPct val="100000"/>
              </a:lnSpc>
              <a:spcBef>
                <a:spcPts val="260"/>
              </a:spcBef>
            </a:pPr>
            <a:r>
              <a:rPr sz="1200" spc="-240" dirty="0">
                <a:solidFill>
                  <a:srgbClr val="CC0000"/>
                </a:solidFill>
                <a:latin typeface="Lucida Sans Unicode"/>
                <a:cs typeface="Lucida Sans Unicode"/>
              </a:rPr>
              <a:t>▷</a:t>
            </a:r>
            <a:r>
              <a:rPr sz="1200" spc="160" dirty="0">
                <a:solidFill>
                  <a:srgbClr val="CC0000"/>
                </a:solidFill>
                <a:latin typeface="Lucida Sans Unicode"/>
                <a:cs typeface="Lucida Sans Unicode"/>
              </a:rPr>
              <a:t> </a:t>
            </a:r>
            <a:r>
              <a:rPr sz="1200" spc="-26" dirty="0">
                <a:latin typeface="Tahoma"/>
                <a:cs typeface="Tahoma"/>
              </a:rPr>
              <a:t>Derin</a:t>
            </a:r>
            <a:r>
              <a:rPr sz="1200" spc="-73" dirty="0">
                <a:latin typeface="Tahoma"/>
                <a:cs typeface="Tahoma"/>
              </a:rPr>
              <a:t> </a:t>
            </a:r>
            <a:r>
              <a:rPr sz="1200" spc="-32" dirty="0" err="1">
                <a:latin typeface="Tahoma"/>
                <a:cs typeface="Tahoma"/>
              </a:rPr>
              <a:t>Öğrenme</a:t>
            </a:r>
            <a:r>
              <a:rPr sz="1200" spc="-77" dirty="0">
                <a:latin typeface="Tahoma"/>
                <a:cs typeface="Tahoma"/>
              </a:rPr>
              <a:t> </a:t>
            </a:r>
            <a:r>
              <a:rPr sz="1200" spc="-35" dirty="0" err="1">
                <a:latin typeface="Tahoma"/>
                <a:cs typeface="Tahoma"/>
              </a:rPr>
              <a:t>ve</a:t>
            </a:r>
            <a:r>
              <a:rPr sz="1200" spc="-77" dirty="0">
                <a:latin typeface="Tahoma"/>
                <a:cs typeface="Tahoma"/>
              </a:rPr>
              <a:t> </a:t>
            </a:r>
            <a:r>
              <a:rPr sz="1200" spc="-16" dirty="0" err="1">
                <a:latin typeface="Tahoma"/>
                <a:cs typeface="Tahoma"/>
              </a:rPr>
              <a:t>Nöral</a:t>
            </a:r>
            <a:r>
              <a:rPr sz="1200" spc="-73" dirty="0">
                <a:latin typeface="Tahoma"/>
                <a:cs typeface="Tahoma"/>
              </a:rPr>
              <a:t> </a:t>
            </a:r>
            <a:r>
              <a:rPr sz="1200" spc="-6" dirty="0" err="1">
                <a:latin typeface="Tahoma"/>
                <a:cs typeface="Tahoma"/>
              </a:rPr>
              <a:t>Mimari</a:t>
            </a:r>
            <a:endParaRPr sz="1200" err="1">
              <a:latin typeface="Tahoma"/>
              <a:cs typeface="Tahoma"/>
            </a:endParaRPr>
          </a:p>
          <a:p>
            <a:pPr marL="7620">
              <a:lnSpc>
                <a:spcPct val="100000"/>
              </a:lnSpc>
              <a:spcBef>
                <a:spcPts val="192"/>
              </a:spcBef>
            </a:pPr>
            <a:r>
              <a:rPr sz="1200" spc="-240" dirty="0">
                <a:solidFill>
                  <a:srgbClr val="CC0000"/>
                </a:solidFill>
                <a:latin typeface="Lucida Sans Unicode"/>
                <a:cs typeface="Lucida Sans Unicode"/>
              </a:rPr>
              <a:t>▷</a:t>
            </a:r>
            <a:r>
              <a:rPr sz="1200" spc="151" dirty="0">
                <a:solidFill>
                  <a:srgbClr val="CC0000"/>
                </a:solidFill>
                <a:latin typeface="Lucida Sans Unicode"/>
                <a:cs typeface="Lucida Sans Unicode"/>
              </a:rPr>
              <a:t> </a:t>
            </a:r>
            <a:r>
              <a:rPr sz="1200" spc="-26" dirty="0" err="1">
                <a:latin typeface="Tahoma"/>
                <a:cs typeface="Tahoma"/>
              </a:rPr>
              <a:t>Doğal</a:t>
            </a:r>
            <a:r>
              <a:rPr sz="1200" spc="-80" dirty="0">
                <a:latin typeface="Tahoma"/>
                <a:cs typeface="Tahoma"/>
              </a:rPr>
              <a:t> </a:t>
            </a:r>
            <a:r>
              <a:rPr sz="1200" spc="-6" dirty="0">
                <a:latin typeface="Tahoma"/>
                <a:cs typeface="Tahoma"/>
              </a:rPr>
              <a:t>Dil</a:t>
            </a:r>
            <a:r>
              <a:rPr sz="1200" spc="-80" dirty="0">
                <a:latin typeface="Tahoma"/>
                <a:cs typeface="Tahoma"/>
              </a:rPr>
              <a:t> </a:t>
            </a:r>
            <a:r>
              <a:rPr sz="1200" spc="-35" dirty="0" err="1">
                <a:latin typeface="Tahoma"/>
                <a:cs typeface="Tahoma"/>
              </a:rPr>
              <a:t>İşleme</a:t>
            </a:r>
            <a:r>
              <a:rPr sz="1200" spc="-80" dirty="0">
                <a:latin typeface="Tahoma"/>
                <a:cs typeface="Tahoma"/>
              </a:rPr>
              <a:t> </a:t>
            </a:r>
            <a:r>
              <a:rPr sz="1200" spc="-6" dirty="0">
                <a:latin typeface="Tahoma"/>
                <a:cs typeface="Tahoma"/>
              </a:rPr>
              <a:t>(NLP)</a:t>
            </a:r>
            <a:endParaRPr sz="1200">
              <a:latin typeface="Tahoma"/>
              <a:cs typeface="Tahoma"/>
            </a:endParaRPr>
          </a:p>
          <a:p>
            <a:pPr marL="7620">
              <a:lnSpc>
                <a:spcPct val="100000"/>
              </a:lnSpc>
              <a:spcBef>
                <a:spcPts val="196"/>
              </a:spcBef>
            </a:pPr>
            <a:r>
              <a:rPr sz="1200" spc="-240" dirty="0">
                <a:solidFill>
                  <a:srgbClr val="CC0000"/>
                </a:solidFill>
                <a:latin typeface="Lucida Sans Unicode"/>
                <a:cs typeface="Lucida Sans Unicode"/>
              </a:rPr>
              <a:t>▷</a:t>
            </a:r>
            <a:r>
              <a:rPr sz="1200" spc="173" dirty="0">
                <a:solidFill>
                  <a:srgbClr val="CC0000"/>
                </a:solidFill>
                <a:latin typeface="Lucida Sans Unicode"/>
                <a:cs typeface="Lucida Sans Unicode"/>
              </a:rPr>
              <a:t> </a:t>
            </a:r>
            <a:r>
              <a:rPr sz="1100" spc="-13" dirty="0" err="1">
                <a:latin typeface="Tahoma"/>
                <a:cs typeface="Tahoma"/>
              </a:rPr>
              <a:t>Bilgisayarlı</a:t>
            </a:r>
            <a:r>
              <a:rPr sz="1200" spc="-71" dirty="0">
                <a:latin typeface="Tahoma"/>
                <a:cs typeface="Tahoma"/>
              </a:rPr>
              <a:t> </a:t>
            </a:r>
            <a:r>
              <a:rPr sz="1200" spc="-13" dirty="0" err="1">
                <a:latin typeface="Tahoma"/>
                <a:cs typeface="Tahoma"/>
              </a:rPr>
              <a:t>Görü</a:t>
            </a:r>
            <a:endParaRPr sz="1200" err="1">
              <a:latin typeface="Tahoma"/>
              <a:cs typeface="Tahoma"/>
            </a:endParaRPr>
          </a:p>
          <a:p>
            <a:pPr marL="7620">
              <a:lnSpc>
                <a:spcPct val="100000"/>
              </a:lnSpc>
              <a:spcBef>
                <a:spcPts val="196"/>
              </a:spcBef>
            </a:pPr>
            <a:r>
              <a:rPr sz="1200" spc="-240" dirty="0">
                <a:solidFill>
                  <a:srgbClr val="CC0000"/>
                </a:solidFill>
                <a:latin typeface="Lucida Sans Unicode"/>
                <a:cs typeface="Lucida Sans Unicode"/>
              </a:rPr>
              <a:t>▷</a:t>
            </a:r>
            <a:r>
              <a:rPr sz="1200" spc="141" dirty="0">
                <a:solidFill>
                  <a:srgbClr val="CC0000"/>
                </a:solidFill>
                <a:latin typeface="Lucida Sans Unicode"/>
                <a:cs typeface="Lucida Sans Unicode"/>
              </a:rPr>
              <a:t> </a:t>
            </a:r>
            <a:r>
              <a:rPr sz="1200" spc="-32" dirty="0">
                <a:latin typeface="Tahoma"/>
                <a:cs typeface="Tahoma"/>
              </a:rPr>
              <a:t>Veri</a:t>
            </a:r>
            <a:r>
              <a:rPr sz="1200" spc="-83" dirty="0">
                <a:latin typeface="Tahoma"/>
                <a:cs typeface="Tahoma"/>
              </a:rPr>
              <a:t> </a:t>
            </a:r>
            <a:r>
              <a:rPr sz="1200" spc="-6" dirty="0" err="1">
                <a:latin typeface="Tahoma"/>
                <a:cs typeface="Tahoma"/>
              </a:rPr>
              <a:t>Analizi</a:t>
            </a:r>
            <a:endParaRPr sz="1200" err="1">
              <a:latin typeface="Tahoma"/>
              <a:cs typeface="Tahoma"/>
            </a:endParaRPr>
          </a:p>
          <a:p>
            <a:pPr marL="7620">
              <a:lnSpc>
                <a:spcPct val="100000"/>
              </a:lnSpc>
              <a:spcBef>
                <a:spcPts val="192"/>
              </a:spcBef>
            </a:pPr>
            <a:r>
              <a:rPr sz="1200" spc="-240" dirty="0">
                <a:solidFill>
                  <a:srgbClr val="CC0000"/>
                </a:solidFill>
                <a:latin typeface="Lucida Sans Unicode"/>
                <a:cs typeface="Lucida Sans Unicode"/>
              </a:rPr>
              <a:t>▷</a:t>
            </a:r>
            <a:r>
              <a:rPr sz="1200" spc="135" dirty="0">
                <a:solidFill>
                  <a:srgbClr val="CC0000"/>
                </a:solidFill>
                <a:latin typeface="Lucida Sans Unicode"/>
                <a:cs typeface="Lucida Sans Unicode"/>
              </a:rPr>
              <a:t> </a:t>
            </a:r>
            <a:r>
              <a:rPr sz="1200" spc="-6" dirty="0" err="1">
                <a:latin typeface="Tahoma"/>
                <a:cs typeface="Tahoma"/>
              </a:rPr>
              <a:t>Sinir</a:t>
            </a:r>
            <a:r>
              <a:rPr sz="1200" spc="-83" dirty="0">
                <a:latin typeface="Tahoma"/>
                <a:cs typeface="Tahoma"/>
              </a:rPr>
              <a:t> </a:t>
            </a:r>
            <a:r>
              <a:rPr sz="1200" spc="-29" dirty="0" err="1">
                <a:latin typeface="Tahoma"/>
                <a:cs typeface="Tahoma"/>
              </a:rPr>
              <a:t>Ağı</a:t>
            </a:r>
            <a:r>
              <a:rPr sz="1200" spc="-87" dirty="0">
                <a:latin typeface="Tahoma"/>
                <a:cs typeface="Tahoma"/>
              </a:rPr>
              <a:t> </a:t>
            </a:r>
            <a:r>
              <a:rPr sz="1200" spc="-6" dirty="0" err="1">
                <a:latin typeface="Tahoma"/>
                <a:cs typeface="Tahoma"/>
              </a:rPr>
              <a:t>Programlama</a:t>
            </a:r>
            <a:endParaRPr sz="1200" err="1">
              <a:latin typeface="Tahoma"/>
              <a:cs typeface="Tahoma"/>
            </a:endParaRPr>
          </a:p>
          <a:p>
            <a:pPr marL="7620">
              <a:lnSpc>
                <a:spcPct val="100000"/>
              </a:lnSpc>
              <a:spcBef>
                <a:spcPts val="196"/>
              </a:spcBef>
            </a:pPr>
            <a:r>
              <a:rPr sz="1200" spc="-240" dirty="0">
                <a:solidFill>
                  <a:srgbClr val="CC0000"/>
                </a:solidFill>
                <a:latin typeface="Lucida Sans Unicode"/>
                <a:cs typeface="Lucida Sans Unicode"/>
              </a:rPr>
              <a:t>▷</a:t>
            </a:r>
            <a:r>
              <a:rPr sz="1200" spc="167" dirty="0">
                <a:solidFill>
                  <a:srgbClr val="CC0000"/>
                </a:solidFill>
                <a:latin typeface="Lucida Sans Unicode"/>
                <a:cs typeface="Lucida Sans Unicode"/>
              </a:rPr>
              <a:t> </a:t>
            </a:r>
            <a:r>
              <a:rPr sz="1200" spc="-19" dirty="0" err="1">
                <a:latin typeface="Tahoma"/>
                <a:cs typeface="Tahoma"/>
              </a:rPr>
              <a:t>Optimizasyon</a:t>
            </a:r>
            <a:r>
              <a:rPr sz="1200" spc="-73" dirty="0">
                <a:latin typeface="Tahoma"/>
                <a:cs typeface="Tahoma"/>
              </a:rPr>
              <a:t> </a:t>
            </a:r>
            <a:r>
              <a:rPr sz="1200" spc="-6" dirty="0" err="1">
                <a:latin typeface="Tahoma"/>
                <a:cs typeface="Tahoma"/>
              </a:rPr>
              <a:t>Algoritmaları</a:t>
            </a:r>
            <a:endParaRPr sz="1200" err="1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341726" y="4927036"/>
            <a:ext cx="2893359" cy="1059231"/>
          </a:xfrm>
          <a:prstGeom prst="rect">
            <a:avLst/>
          </a:prstGeom>
        </p:spPr>
        <p:txBody>
          <a:bodyPr vert="horz" wrap="square" lIns="0" tIns="32987" rIns="0" bIns="0" rtlCol="0" anchor="t">
            <a:spAutoFit/>
          </a:bodyPr>
          <a:lstStyle/>
          <a:p>
            <a:pPr marL="7620">
              <a:lnSpc>
                <a:spcPct val="100000"/>
              </a:lnSpc>
              <a:spcBef>
                <a:spcPts val="260"/>
              </a:spcBef>
            </a:pPr>
            <a:r>
              <a:rPr sz="1200" spc="-240" dirty="0">
                <a:solidFill>
                  <a:srgbClr val="CC0000"/>
                </a:solidFill>
                <a:latin typeface="Lucida Sans Unicode"/>
                <a:cs typeface="Lucida Sans Unicode"/>
              </a:rPr>
              <a:t>▷</a:t>
            </a:r>
            <a:r>
              <a:rPr sz="1200" spc="154" dirty="0">
                <a:solidFill>
                  <a:srgbClr val="CC0000"/>
                </a:solidFill>
                <a:latin typeface="Lucida Sans Unicode"/>
                <a:cs typeface="Lucida Sans Unicode"/>
              </a:rPr>
              <a:t> </a:t>
            </a:r>
            <a:r>
              <a:rPr sz="1200" spc="-6" dirty="0" err="1">
                <a:latin typeface="Tahoma"/>
                <a:cs typeface="Tahoma"/>
              </a:rPr>
              <a:t>Hibrit</a:t>
            </a:r>
            <a:r>
              <a:rPr sz="1200" spc="-80" dirty="0">
                <a:latin typeface="Tahoma"/>
                <a:cs typeface="Tahoma"/>
              </a:rPr>
              <a:t> </a:t>
            </a:r>
            <a:r>
              <a:rPr sz="1200" spc="-26" dirty="0" err="1">
                <a:latin typeface="Tahoma"/>
                <a:cs typeface="Tahoma"/>
              </a:rPr>
              <a:t>Yazılım</a:t>
            </a:r>
            <a:r>
              <a:rPr sz="1200" spc="-77" dirty="0">
                <a:latin typeface="Tahoma"/>
                <a:cs typeface="Tahoma"/>
              </a:rPr>
              <a:t> </a:t>
            </a:r>
            <a:r>
              <a:rPr sz="1200" spc="-6" dirty="0" err="1">
                <a:latin typeface="Tahoma"/>
                <a:cs typeface="Tahoma"/>
              </a:rPr>
              <a:t>Geliştirme</a:t>
            </a:r>
            <a:endParaRPr sz="1200">
              <a:latin typeface="Tahoma"/>
              <a:cs typeface="Tahoma"/>
            </a:endParaRPr>
          </a:p>
          <a:p>
            <a:pPr marL="7620">
              <a:lnSpc>
                <a:spcPct val="100000"/>
              </a:lnSpc>
              <a:spcBef>
                <a:spcPts val="192"/>
              </a:spcBef>
            </a:pPr>
            <a:r>
              <a:rPr sz="1200" spc="-240" dirty="0">
                <a:solidFill>
                  <a:srgbClr val="CC0000"/>
                </a:solidFill>
                <a:latin typeface="Lucida Sans Unicode"/>
                <a:cs typeface="Lucida Sans Unicode"/>
              </a:rPr>
              <a:t>▷</a:t>
            </a:r>
            <a:r>
              <a:rPr sz="1200" spc="141" dirty="0">
                <a:solidFill>
                  <a:srgbClr val="CC0000"/>
                </a:solidFill>
                <a:latin typeface="Lucida Sans Unicode"/>
                <a:cs typeface="Lucida Sans Unicode"/>
              </a:rPr>
              <a:t> </a:t>
            </a:r>
            <a:r>
              <a:rPr sz="1200" spc="-16" dirty="0">
                <a:latin typeface="Tahoma"/>
                <a:cs typeface="Tahoma"/>
              </a:rPr>
              <a:t>Model</a:t>
            </a:r>
            <a:r>
              <a:rPr sz="1200" spc="-80" dirty="0">
                <a:latin typeface="Tahoma"/>
                <a:cs typeface="Tahoma"/>
              </a:rPr>
              <a:t> </a:t>
            </a:r>
            <a:r>
              <a:rPr sz="1200" spc="-6" dirty="0" err="1">
                <a:latin typeface="Tahoma"/>
                <a:cs typeface="Tahoma"/>
              </a:rPr>
              <a:t>Geliştirme</a:t>
            </a:r>
            <a:endParaRPr sz="1200">
              <a:latin typeface="Tahoma"/>
              <a:cs typeface="Tahoma"/>
            </a:endParaRPr>
          </a:p>
          <a:p>
            <a:pPr marL="7620">
              <a:lnSpc>
                <a:spcPct val="100000"/>
              </a:lnSpc>
              <a:spcBef>
                <a:spcPts val="196"/>
              </a:spcBef>
            </a:pPr>
            <a:r>
              <a:rPr sz="1200" spc="-240" dirty="0">
                <a:solidFill>
                  <a:srgbClr val="CC0000"/>
                </a:solidFill>
                <a:latin typeface="Lucida Sans Unicode"/>
                <a:cs typeface="Lucida Sans Unicode"/>
              </a:rPr>
              <a:t>▷</a:t>
            </a:r>
            <a:r>
              <a:rPr sz="1200" spc="163" dirty="0">
                <a:solidFill>
                  <a:srgbClr val="CC0000"/>
                </a:solidFill>
                <a:latin typeface="Lucida Sans Unicode"/>
                <a:cs typeface="Lucida Sans Unicode"/>
              </a:rPr>
              <a:t> </a:t>
            </a:r>
            <a:r>
              <a:rPr sz="1200" spc="-16" dirty="0" err="1">
                <a:latin typeface="Tahoma"/>
                <a:cs typeface="Tahoma"/>
              </a:rPr>
              <a:t>Algoritmik</a:t>
            </a:r>
            <a:r>
              <a:rPr sz="1200" spc="-73" dirty="0">
                <a:latin typeface="Tahoma"/>
                <a:cs typeface="Tahoma"/>
              </a:rPr>
              <a:t> </a:t>
            </a:r>
            <a:r>
              <a:rPr sz="1200" spc="-6" dirty="0" err="1">
                <a:latin typeface="Tahoma"/>
                <a:cs typeface="Tahoma"/>
              </a:rPr>
              <a:t>Mimari</a:t>
            </a:r>
            <a:endParaRPr sz="1200" err="1">
              <a:latin typeface="Tahoma"/>
              <a:cs typeface="Tahoma"/>
            </a:endParaRPr>
          </a:p>
          <a:p>
            <a:pPr marL="7620">
              <a:lnSpc>
                <a:spcPct val="100000"/>
              </a:lnSpc>
              <a:spcBef>
                <a:spcPts val="196"/>
              </a:spcBef>
            </a:pPr>
            <a:r>
              <a:rPr sz="1200" spc="-240" dirty="0">
                <a:solidFill>
                  <a:srgbClr val="CC0000"/>
                </a:solidFill>
                <a:latin typeface="Lucida Sans Unicode"/>
                <a:cs typeface="Lucida Sans Unicode"/>
              </a:rPr>
              <a:t>▷</a:t>
            </a:r>
            <a:r>
              <a:rPr sz="1200" spc="163" dirty="0">
                <a:solidFill>
                  <a:srgbClr val="CC0000"/>
                </a:solidFill>
                <a:latin typeface="Lucida Sans Unicode"/>
                <a:cs typeface="Lucida Sans Unicode"/>
              </a:rPr>
              <a:t> </a:t>
            </a:r>
            <a:r>
              <a:rPr sz="1200" spc="-48" dirty="0" err="1">
                <a:latin typeface="Tahoma"/>
                <a:cs typeface="Tahoma"/>
              </a:rPr>
              <a:t>Yapay</a:t>
            </a:r>
            <a:r>
              <a:rPr sz="1200" spc="-73" dirty="0">
                <a:latin typeface="Tahoma"/>
                <a:cs typeface="Tahoma"/>
              </a:rPr>
              <a:t> </a:t>
            </a:r>
            <a:r>
              <a:rPr sz="1200" spc="-32" dirty="0">
                <a:latin typeface="Tahoma"/>
                <a:cs typeface="Tahoma"/>
              </a:rPr>
              <a:t>Zeka</a:t>
            </a:r>
            <a:r>
              <a:rPr sz="1200" spc="-73" dirty="0">
                <a:latin typeface="Tahoma"/>
                <a:cs typeface="Tahoma"/>
              </a:rPr>
              <a:t> </a:t>
            </a:r>
            <a:r>
              <a:rPr sz="1200" spc="-16" dirty="0" err="1">
                <a:latin typeface="Tahoma"/>
                <a:cs typeface="Tahoma"/>
              </a:rPr>
              <a:t>Etiği</a:t>
            </a:r>
            <a:r>
              <a:rPr sz="1200" spc="-77" dirty="0">
                <a:latin typeface="Tahoma"/>
                <a:cs typeface="Tahoma"/>
              </a:rPr>
              <a:t> </a:t>
            </a:r>
            <a:r>
              <a:rPr sz="1200" spc="-35" dirty="0" err="1">
                <a:latin typeface="Tahoma"/>
                <a:cs typeface="Tahoma"/>
              </a:rPr>
              <a:t>ve</a:t>
            </a:r>
            <a:r>
              <a:rPr sz="1200" spc="-73" dirty="0">
                <a:latin typeface="Tahoma"/>
                <a:cs typeface="Tahoma"/>
              </a:rPr>
              <a:t> </a:t>
            </a:r>
            <a:r>
              <a:rPr sz="1200" spc="-19" dirty="0" err="1">
                <a:latin typeface="Tahoma"/>
                <a:cs typeface="Tahoma"/>
              </a:rPr>
              <a:t>Güvenli</a:t>
            </a:r>
            <a:r>
              <a:rPr sz="1200" spc="-73" dirty="0">
                <a:latin typeface="Tahoma"/>
                <a:cs typeface="Tahoma"/>
              </a:rPr>
              <a:t> </a:t>
            </a:r>
            <a:r>
              <a:rPr sz="1200" spc="-6" dirty="0">
                <a:latin typeface="Tahoma"/>
                <a:cs typeface="Tahoma"/>
              </a:rPr>
              <a:t>Model</a:t>
            </a:r>
            <a:endParaRPr sz="1200">
              <a:latin typeface="Tahoma"/>
              <a:cs typeface="Tahoma"/>
            </a:endParaRPr>
          </a:p>
          <a:p>
            <a:pPr marL="7620">
              <a:lnSpc>
                <a:spcPct val="100000"/>
              </a:lnSpc>
              <a:spcBef>
                <a:spcPts val="192"/>
              </a:spcBef>
            </a:pPr>
            <a:r>
              <a:rPr sz="1200" spc="-240" dirty="0">
                <a:solidFill>
                  <a:srgbClr val="CC0000"/>
                </a:solidFill>
                <a:latin typeface="Lucida Sans Unicode"/>
                <a:cs typeface="Lucida Sans Unicode"/>
              </a:rPr>
              <a:t>▷</a:t>
            </a:r>
            <a:r>
              <a:rPr sz="1200" spc="180" dirty="0">
                <a:solidFill>
                  <a:srgbClr val="CC0000"/>
                </a:solidFill>
                <a:latin typeface="Lucida Sans Unicode"/>
                <a:cs typeface="Lucida Sans Unicode"/>
              </a:rPr>
              <a:t> </a:t>
            </a:r>
            <a:r>
              <a:rPr sz="1200" spc="-26" dirty="0" err="1">
                <a:latin typeface="Tahoma"/>
                <a:cs typeface="Tahoma"/>
              </a:rPr>
              <a:t>Üretken</a:t>
            </a:r>
            <a:r>
              <a:rPr sz="1200" spc="-67" dirty="0">
                <a:latin typeface="Tahoma"/>
                <a:cs typeface="Tahoma"/>
              </a:rPr>
              <a:t> </a:t>
            </a:r>
            <a:r>
              <a:rPr sz="1200" spc="-48" dirty="0">
                <a:latin typeface="Tahoma"/>
                <a:cs typeface="Tahoma"/>
              </a:rPr>
              <a:t>Yapay</a:t>
            </a:r>
            <a:r>
              <a:rPr sz="1200" spc="-71" dirty="0">
                <a:latin typeface="Tahoma"/>
                <a:cs typeface="Tahoma"/>
              </a:rPr>
              <a:t> </a:t>
            </a:r>
            <a:r>
              <a:rPr sz="1200" spc="-32" dirty="0">
                <a:latin typeface="Tahoma"/>
                <a:cs typeface="Tahoma"/>
              </a:rPr>
              <a:t>Zeka</a:t>
            </a:r>
            <a:r>
              <a:rPr sz="1200" spc="-67" dirty="0">
                <a:latin typeface="Tahoma"/>
                <a:cs typeface="Tahoma"/>
              </a:rPr>
              <a:t> </a:t>
            </a:r>
            <a:r>
              <a:rPr sz="1200" spc="-35" dirty="0" err="1">
                <a:latin typeface="Tahoma"/>
                <a:cs typeface="Tahoma"/>
              </a:rPr>
              <a:t>ve</a:t>
            </a:r>
            <a:r>
              <a:rPr sz="1200" spc="-67" dirty="0">
                <a:latin typeface="Tahoma"/>
                <a:cs typeface="Tahoma"/>
              </a:rPr>
              <a:t> </a:t>
            </a:r>
            <a:r>
              <a:rPr sz="1200" spc="-19" dirty="0" err="1">
                <a:latin typeface="Tahoma"/>
                <a:cs typeface="Tahoma"/>
              </a:rPr>
              <a:t>Sentetik</a:t>
            </a:r>
            <a:r>
              <a:rPr sz="1200" spc="-67" dirty="0">
                <a:latin typeface="Tahoma"/>
                <a:cs typeface="Tahoma"/>
              </a:rPr>
              <a:t> </a:t>
            </a:r>
            <a:r>
              <a:rPr sz="1200" spc="-13" dirty="0">
                <a:latin typeface="Tahoma"/>
                <a:cs typeface="Tahoma"/>
              </a:rPr>
              <a:t>Veri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738" rIns="0" bIns="0" rtlCol="0">
            <a:spAutoFit/>
          </a:bodyPr>
          <a:lstStyle/>
          <a:p>
            <a:pPr marL="24434">
              <a:lnSpc>
                <a:spcPct val="100000"/>
              </a:lnSpc>
              <a:spcBef>
                <a:spcPts val="61"/>
              </a:spcBef>
            </a:pPr>
            <a:fld id="{81D60167-4931-47E6-BA6A-407CBD079E47}" type="slidenum">
              <a:rPr spc="-32" dirty="0"/>
              <a:pPr marL="24434">
                <a:lnSpc>
                  <a:spcPct val="100000"/>
                </a:lnSpc>
                <a:spcBef>
                  <a:spcPts val="61"/>
                </a:spcBef>
              </a:pPr>
              <a:t>2</a:t>
            </a:fld>
            <a:endParaRPr spc="-32" dirty="0"/>
          </a:p>
        </p:txBody>
      </p:sp>
      <p:sp>
        <p:nvSpPr>
          <p:cNvPr id="20" name="Metin kutusu 19">
            <a:extLst>
              <a:ext uri="{FF2B5EF4-FFF2-40B4-BE49-F238E27FC236}">
                <a16:creationId xmlns:a16="http://schemas.microsoft.com/office/drawing/2014/main" id="{27919062-8CDB-2F7A-21E0-1DDA39843C08}"/>
              </a:ext>
            </a:extLst>
          </p:cNvPr>
          <p:cNvSpPr txBox="1"/>
          <p:nvPr/>
        </p:nvSpPr>
        <p:spPr>
          <a:xfrm>
            <a:off x="4225044" y="1364622"/>
            <a:ext cx="3199288" cy="19056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140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>
              <a:spcBef>
                <a:spcPts val="731"/>
              </a:spcBef>
            </a:pPr>
            <a:r>
              <a:rPr lang="en-US" sz="1400" b="1" dirty="0">
                <a:solidFill>
                  <a:srgbClr val="000000"/>
                </a:solidFill>
                <a:latin typeface="Trebuchet MS"/>
              </a:rPr>
              <a:t>KARONEXT</a:t>
            </a:r>
            <a:r>
              <a:rPr lang="en-US" sz="1400" dirty="0">
                <a:solidFill>
                  <a:srgbClr val="000000"/>
                </a:solidFill>
                <a:latin typeface="Tahoma"/>
                <a:ea typeface="Tahoma"/>
                <a:cs typeface="Tahoma"/>
              </a:rPr>
              <a:t>, </a:t>
            </a:r>
            <a:r>
              <a:rPr lang="en-US" sz="1400" dirty="0" err="1">
                <a:solidFill>
                  <a:srgbClr val="000000"/>
                </a:solidFill>
                <a:latin typeface="Tahoma"/>
                <a:ea typeface="Tahoma"/>
                <a:cs typeface="Tahoma"/>
              </a:rPr>
              <a:t>yapay</a:t>
            </a:r>
            <a:r>
              <a:rPr lang="en-US" sz="1400" dirty="0">
                <a:solidFill>
                  <a:srgbClr val="000000"/>
                </a:solidFill>
                <a:latin typeface="Tahoma"/>
                <a:ea typeface="Tahoma"/>
                <a:cs typeface="Tahoma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ahoma"/>
                <a:ea typeface="Tahoma"/>
                <a:cs typeface="Tahoma"/>
              </a:rPr>
              <a:t>zeka</a:t>
            </a:r>
            <a:r>
              <a:rPr lang="en-US" sz="1400" dirty="0">
                <a:solidFill>
                  <a:srgbClr val="000000"/>
                </a:solidFill>
                <a:latin typeface="Tahoma"/>
                <a:ea typeface="Tahoma"/>
                <a:cs typeface="Tahoma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ahoma"/>
                <a:ea typeface="Tahoma"/>
                <a:cs typeface="Tahoma"/>
              </a:rPr>
              <a:t>teknolojilerini</a:t>
            </a:r>
            <a:r>
              <a:rPr lang="en-US" sz="1400" dirty="0">
                <a:solidFill>
                  <a:srgbClr val="000000"/>
                </a:solidFill>
                <a:latin typeface="Tahoma"/>
                <a:ea typeface="Tahoma"/>
                <a:cs typeface="Tahoma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ahoma"/>
                <a:ea typeface="Tahoma"/>
                <a:cs typeface="Tahoma"/>
              </a:rPr>
              <a:t>yerli</a:t>
            </a:r>
            <a:r>
              <a:rPr lang="en-US" sz="1400" dirty="0">
                <a:solidFill>
                  <a:srgbClr val="000000"/>
                </a:solidFill>
                <a:latin typeface="Tahoma"/>
                <a:ea typeface="Tahoma"/>
                <a:cs typeface="Tahoma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ahoma"/>
                <a:ea typeface="Tahoma"/>
                <a:cs typeface="Tahoma"/>
              </a:rPr>
              <a:t>ve</a:t>
            </a:r>
            <a:r>
              <a:rPr lang="en-US" sz="1400" dirty="0">
                <a:solidFill>
                  <a:srgbClr val="000000"/>
                </a:solidFill>
                <a:latin typeface="Tahoma"/>
                <a:ea typeface="Tahoma"/>
                <a:cs typeface="Tahoma"/>
              </a:rPr>
              <a:t> milli </a:t>
            </a:r>
            <a:r>
              <a:rPr lang="en-US" sz="1400" dirty="0" err="1">
                <a:solidFill>
                  <a:srgbClr val="000000"/>
                </a:solidFill>
                <a:latin typeface="Tahoma"/>
                <a:ea typeface="Tahoma"/>
                <a:cs typeface="Tahoma"/>
              </a:rPr>
              <a:t>imkanlarla</a:t>
            </a:r>
            <a:r>
              <a:rPr lang="en-US" sz="1400" dirty="0">
                <a:solidFill>
                  <a:srgbClr val="000000"/>
                </a:solidFill>
                <a:latin typeface="Tahoma"/>
                <a:ea typeface="Tahoma"/>
                <a:cs typeface="Tahoma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ahoma"/>
                <a:ea typeface="Tahoma"/>
                <a:cs typeface="Tahoma"/>
              </a:rPr>
              <a:t>geliştirerek</a:t>
            </a:r>
            <a:r>
              <a:rPr lang="en-US" sz="1400" dirty="0">
                <a:solidFill>
                  <a:srgbClr val="000000"/>
                </a:solidFill>
                <a:latin typeface="Tahoma"/>
                <a:ea typeface="Tahoma"/>
                <a:cs typeface="Tahoma"/>
              </a:rPr>
              <a:t>, </a:t>
            </a:r>
            <a:r>
              <a:rPr lang="en-US" sz="1400" dirty="0" err="1">
                <a:solidFill>
                  <a:srgbClr val="000000"/>
                </a:solidFill>
                <a:latin typeface="Tahoma"/>
                <a:ea typeface="Tahoma"/>
                <a:cs typeface="Tahoma"/>
              </a:rPr>
              <a:t>akademik</a:t>
            </a:r>
            <a:r>
              <a:rPr lang="en-US" sz="1400" dirty="0">
                <a:solidFill>
                  <a:srgbClr val="000000"/>
                </a:solidFill>
                <a:latin typeface="Tahoma"/>
                <a:ea typeface="Tahoma"/>
                <a:cs typeface="Tahoma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ahoma"/>
                <a:ea typeface="Tahoma"/>
                <a:cs typeface="Tahoma"/>
              </a:rPr>
              <a:t>bilgiyi</a:t>
            </a:r>
            <a:r>
              <a:rPr lang="en-US" sz="1400" dirty="0">
                <a:solidFill>
                  <a:srgbClr val="000000"/>
                </a:solidFill>
                <a:latin typeface="Tahoma"/>
                <a:ea typeface="Tahoma"/>
                <a:cs typeface="Tahoma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ahoma"/>
                <a:ea typeface="Tahoma"/>
                <a:cs typeface="Tahoma"/>
              </a:rPr>
              <a:t>yüksek</a:t>
            </a:r>
            <a:r>
              <a:rPr lang="en-US" sz="1400" dirty="0">
                <a:solidFill>
                  <a:srgbClr val="000000"/>
                </a:solidFill>
                <a:latin typeface="Tahoma"/>
                <a:ea typeface="Tahoma"/>
                <a:cs typeface="Tahoma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ahoma"/>
                <a:ea typeface="Tahoma"/>
                <a:cs typeface="Tahoma"/>
              </a:rPr>
              <a:t>katma</a:t>
            </a:r>
            <a:r>
              <a:rPr lang="en-US" sz="1400" dirty="0">
                <a:solidFill>
                  <a:srgbClr val="000000"/>
                </a:solidFill>
                <a:latin typeface="Tahoma"/>
                <a:ea typeface="Tahoma"/>
                <a:cs typeface="Tahoma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ahoma"/>
                <a:ea typeface="Tahoma"/>
                <a:cs typeface="Tahoma"/>
              </a:rPr>
              <a:t>değerli</a:t>
            </a:r>
            <a:r>
              <a:rPr lang="en-US" sz="1400" dirty="0">
                <a:solidFill>
                  <a:srgbClr val="000000"/>
                </a:solidFill>
                <a:latin typeface="Tahoma"/>
                <a:ea typeface="Tahoma"/>
                <a:cs typeface="Tahoma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ahoma"/>
                <a:ea typeface="Tahoma"/>
                <a:cs typeface="Tahoma"/>
              </a:rPr>
              <a:t>projelere</a:t>
            </a:r>
            <a:r>
              <a:rPr lang="en-US" sz="1400" dirty="0">
                <a:solidFill>
                  <a:srgbClr val="000000"/>
                </a:solidFill>
                <a:latin typeface="Tahoma"/>
                <a:ea typeface="Tahoma"/>
                <a:cs typeface="Tahoma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ahoma"/>
                <a:ea typeface="Tahoma"/>
                <a:cs typeface="Tahoma"/>
              </a:rPr>
              <a:t>dönüştürmek</a:t>
            </a:r>
            <a:r>
              <a:rPr lang="en-US" sz="1400" dirty="0">
                <a:solidFill>
                  <a:srgbClr val="000000"/>
                </a:solidFill>
                <a:latin typeface="Tahoma"/>
                <a:ea typeface="Tahoma"/>
                <a:cs typeface="Tahoma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ahoma"/>
                <a:ea typeface="Tahoma"/>
                <a:cs typeface="Tahoma"/>
              </a:rPr>
              <a:t>amacıyla</a:t>
            </a:r>
            <a:r>
              <a:rPr lang="en-US" sz="1400" dirty="0">
                <a:solidFill>
                  <a:srgbClr val="000000"/>
                </a:solidFill>
                <a:latin typeface="Tahoma"/>
                <a:ea typeface="Tahoma"/>
                <a:cs typeface="Tahoma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ahoma"/>
                <a:ea typeface="Tahoma"/>
                <a:cs typeface="Tahoma"/>
              </a:rPr>
              <a:t>kurulmuştur</a:t>
            </a:r>
            <a:r>
              <a:rPr lang="en-US" sz="1400" dirty="0">
                <a:solidFill>
                  <a:srgbClr val="000000"/>
                </a:solidFill>
                <a:latin typeface="Tahoma"/>
                <a:ea typeface="Tahoma"/>
                <a:cs typeface="Tahoma"/>
              </a:rPr>
              <a:t>. </a:t>
            </a:r>
            <a:r>
              <a:rPr lang="en-US" sz="1400" dirty="0" err="1">
                <a:solidFill>
                  <a:srgbClr val="000000"/>
                </a:solidFill>
                <a:latin typeface="Tahoma"/>
                <a:ea typeface="Tahoma"/>
                <a:cs typeface="Tahoma"/>
              </a:rPr>
              <a:t>Takımımız</a:t>
            </a:r>
            <a:r>
              <a:rPr lang="en-US" sz="1400" dirty="0">
                <a:solidFill>
                  <a:srgbClr val="000000"/>
                </a:solidFill>
                <a:latin typeface="Tahoma"/>
                <a:ea typeface="Tahoma"/>
                <a:cs typeface="Tahoma"/>
              </a:rPr>
              <a:t>, </a:t>
            </a:r>
            <a:r>
              <a:rPr lang="en-US" sz="1400" dirty="0" err="1">
                <a:solidFill>
                  <a:srgbClr val="000000"/>
                </a:solidFill>
                <a:latin typeface="Tahoma"/>
                <a:ea typeface="Tahoma"/>
                <a:cs typeface="Tahoma"/>
              </a:rPr>
              <a:t>teknolojide</a:t>
            </a:r>
            <a:r>
              <a:rPr lang="en-US" sz="1400" dirty="0">
                <a:solidFill>
                  <a:srgbClr val="000000"/>
                </a:solidFill>
                <a:latin typeface="Tahoma"/>
                <a:ea typeface="Tahoma"/>
                <a:cs typeface="Tahoma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ahoma"/>
                <a:ea typeface="Tahoma"/>
                <a:cs typeface="Tahoma"/>
              </a:rPr>
              <a:t>sürekli</a:t>
            </a:r>
            <a:r>
              <a:rPr lang="en-US" sz="1400" dirty="0">
                <a:solidFill>
                  <a:srgbClr val="000000"/>
                </a:solidFill>
                <a:latin typeface="Tahoma"/>
                <a:ea typeface="Tahoma"/>
                <a:cs typeface="Tahoma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ahoma"/>
                <a:ea typeface="Tahoma"/>
                <a:cs typeface="Tahoma"/>
              </a:rPr>
              <a:t>yenilenmeyi</a:t>
            </a:r>
            <a:r>
              <a:rPr lang="en-US" sz="1400" dirty="0">
                <a:solidFill>
                  <a:srgbClr val="000000"/>
                </a:solidFill>
                <a:latin typeface="Tahoma"/>
                <a:ea typeface="Tahoma"/>
                <a:cs typeface="Tahoma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ahoma"/>
                <a:ea typeface="Tahoma"/>
                <a:cs typeface="Tahoma"/>
              </a:rPr>
              <a:t>ve</a:t>
            </a:r>
            <a:r>
              <a:rPr lang="en-US" sz="1400" dirty="0">
                <a:solidFill>
                  <a:srgbClr val="000000"/>
                </a:solidFill>
                <a:latin typeface="Tahoma"/>
                <a:ea typeface="Tahoma"/>
                <a:cs typeface="Tahoma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Tahoma"/>
                <a:ea typeface="Tahoma"/>
                <a:cs typeface="Tahoma"/>
              </a:rPr>
              <a:t>mükemmelliği</a:t>
            </a:r>
            <a:r>
              <a:rPr lang="en-US" sz="1400" dirty="0">
                <a:solidFill>
                  <a:srgbClr val="000000"/>
                </a:solidFill>
                <a:latin typeface="Tahoma"/>
                <a:ea typeface="Tahoma"/>
                <a:cs typeface="Tahoma"/>
              </a:rPr>
              <a:t> </a:t>
            </a:r>
            <a:r>
              <a:rPr lang="tr-TR" sz="1400" dirty="0">
                <a:solidFill>
                  <a:srgbClr val="000000"/>
                </a:solidFill>
                <a:latin typeface="Tahoma"/>
                <a:ea typeface="Tahoma"/>
                <a:cs typeface="Tahoma"/>
              </a:rPr>
              <a:t>hedefler</a:t>
            </a:r>
            <a:r>
              <a:rPr lang="en-US" sz="1400" dirty="0">
                <a:solidFill>
                  <a:srgbClr val="000000"/>
                </a:solidFill>
                <a:latin typeface="Tahoma"/>
                <a:ea typeface="Tahoma"/>
                <a:cs typeface="Tahoma"/>
              </a:rPr>
              <a:t>.</a:t>
            </a:r>
            <a:endParaRPr lang="tr-TR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3137" y="83721"/>
            <a:ext cx="402765" cy="115893"/>
          </a:xfrm>
          <a:prstGeom prst="rect">
            <a:avLst/>
          </a:prstGeom>
        </p:spPr>
        <p:txBody>
          <a:bodyPr vert="horz" wrap="square" lIns="0" tIns="7330" rIns="0" bIns="0" rtlCol="0" anchor="t">
            <a:spAutoFit/>
          </a:bodyPr>
          <a:lstStyle/>
          <a:p>
            <a:pPr marL="7620">
              <a:lnSpc>
                <a:spcPct val="100000"/>
              </a:lnSpc>
              <a:spcBef>
                <a:spcPts val="58"/>
              </a:spcBef>
            </a:pPr>
            <a:r>
              <a:rPr sz="705" i="1" spc="-38" dirty="0">
                <a:solidFill>
                  <a:srgbClr val="CC0000"/>
                </a:solidFill>
                <a:latin typeface="Trebuchet MS"/>
                <a:cs typeface="Trebuchet MS"/>
              </a:rPr>
              <a:t>KARONEXT</a:t>
            </a:r>
            <a:endParaRPr sz="705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156742" y="83721"/>
            <a:ext cx="630007" cy="115893"/>
          </a:xfrm>
          <a:prstGeom prst="rect">
            <a:avLst/>
          </a:prstGeom>
        </p:spPr>
        <p:txBody>
          <a:bodyPr vert="horz" wrap="square" lIns="0" tIns="7330" rIns="0" bIns="0" rtlCol="0" anchor="t">
            <a:spAutoFit/>
          </a:bodyPr>
          <a:lstStyle/>
          <a:p>
            <a:pPr marL="7620">
              <a:lnSpc>
                <a:spcPct val="100000"/>
              </a:lnSpc>
              <a:spcBef>
                <a:spcPts val="58"/>
              </a:spcBef>
            </a:pPr>
            <a:r>
              <a:rPr sz="705" i="1" spc="-35" dirty="0">
                <a:solidFill>
                  <a:srgbClr val="CC0000"/>
                </a:solidFill>
                <a:latin typeface="Trebuchet MS"/>
                <a:cs typeface="Trebuchet MS"/>
              </a:rPr>
              <a:t>TEKNOFEST</a:t>
            </a:r>
            <a:r>
              <a:rPr sz="705" i="1" spc="-26" dirty="0">
                <a:solidFill>
                  <a:srgbClr val="CC0000"/>
                </a:solidFill>
                <a:latin typeface="Trebuchet MS"/>
                <a:cs typeface="Trebuchet MS"/>
              </a:rPr>
              <a:t> </a:t>
            </a:r>
            <a:r>
              <a:rPr sz="705" i="1" spc="-29" dirty="0">
                <a:solidFill>
                  <a:srgbClr val="CC0000"/>
                </a:solidFill>
                <a:latin typeface="Trebuchet MS"/>
                <a:cs typeface="Trebuchet MS"/>
              </a:rPr>
              <a:t>2026</a:t>
            </a:r>
            <a:endParaRPr sz="705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44248" y="369799"/>
            <a:ext cx="1977562" cy="318880"/>
          </a:xfrm>
          <a:prstGeom prst="rect">
            <a:avLst/>
          </a:prstGeom>
        </p:spPr>
        <p:txBody>
          <a:bodyPr vert="horz" wrap="square" lIns="0" tIns="10996" rIns="0" bIns="0" rtlCol="0" anchor="t">
            <a:spAutoFit/>
          </a:bodyPr>
          <a:lstStyle/>
          <a:p>
            <a:pPr marL="7620">
              <a:lnSpc>
                <a:spcPct val="100000"/>
              </a:lnSpc>
              <a:spcBef>
                <a:spcPts val="87"/>
              </a:spcBef>
            </a:pPr>
            <a:r>
              <a:rPr sz="2000" b="1" i="1" spc="-16" dirty="0" err="1">
                <a:solidFill>
                  <a:srgbClr val="CC0000"/>
                </a:solidFill>
                <a:latin typeface="Trebuchet MS"/>
                <a:cs typeface="Trebuchet MS"/>
              </a:rPr>
              <a:t>Takım</a:t>
            </a:r>
            <a:r>
              <a:rPr sz="2000" b="1" i="1" spc="-71" dirty="0">
                <a:solidFill>
                  <a:srgbClr val="CC0000"/>
                </a:solidFill>
                <a:latin typeface="Trebuchet MS"/>
                <a:cs typeface="Trebuchet MS"/>
              </a:rPr>
              <a:t> </a:t>
            </a:r>
            <a:r>
              <a:rPr sz="2000" b="1" i="1" spc="-6" dirty="0" err="1">
                <a:solidFill>
                  <a:srgbClr val="CC0000"/>
                </a:solidFill>
                <a:latin typeface="Trebuchet MS"/>
                <a:cs typeface="Trebuchet MS"/>
              </a:rPr>
              <a:t>Bilgileri</a:t>
            </a:r>
            <a:endParaRPr sz="2000" i="1" err="1">
              <a:latin typeface="Trebuchet MS"/>
              <a:cs typeface="Trebuchet MS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6668301"/>
              </p:ext>
            </p:extLst>
          </p:nvPr>
        </p:nvGraphicFramePr>
        <p:xfrm>
          <a:off x="4528457" y="863599"/>
          <a:ext cx="3682212" cy="185019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400">
                  <a:extLst>
                    <a:ext uri="{9D8B030D-6E8A-4147-A177-3AD203B41FA5}">
                      <a16:colId xmlns:a16="http://schemas.microsoft.com/office/drawing/2014/main" val="2814175677"/>
                    </a:ext>
                  </a:extLst>
                </a:gridCol>
                <a:gridCol w="10137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430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7216">
                <a:tc>
                  <a:txBody>
                    <a:bodyPr/>
                    <a:lstStyle/>
                    <a:p>
                      <a:pPr marL="78105" lvl="0">
                        <a:lnSpc>
                          <a:spcPct val="100000"/>
                        </a:lnSpc>
                        <a:spcBef>
                          <a:spcPts val="135"/>
                        </a:spcBef>
                        <a:buNone/>
                      </a:pPr>
                      <a:endParaRPr sz="1200" b="1" spc="-10" dirty="0">
                        <a:latin typeface="Trebuchet MS"/>
                        <a:cs typeface="Trebuchet MS"/>
                      </a:endParaRPr>
                    </a:p>
                  </a:txBody>
                  <a:tcPr marL="0" marR="0" marT="10996" marB="0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FFDFDF"/>
                    </a:solidFill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200" b="1" spc="-10" dirty="0">
                          <a:latin typeface="Trebuchet MS"/>
                          <a:cs typeface="Trebuchet MS"/>
                        </a:rPr>
                        <a:t>Bilgi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1099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DFDF"/>
                    </a:solidFill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200" b="1" spc="-20" dirty="0" err="1">
                          <a:latin typeface="Trebuchet MS"/>
                          <a:cs typeface="Trebuchet MS"/>
                        </a:rPr>
                        <a:t>Detay</a:t>
                      </a:r>
                      <a:endParaRPr sz="1200" err="1">
                        <a:latin typeface="Trebuchet MS"/>
                        <a:cs typeface="Trebuchet MS"/>
                      </a:endParaRPr>
                    </a:p>
                  </a:txBody>
                  <a:tcPr marL="0" marR="0" marT="10996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DF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0496">
                <a:tc>
                  <a:txBody>
                    <a:bodyPr/>
                    <a:lstStyle/>
                    <a:p>
                      <a:pPr marL="78105" lvl="0">
                        <a:lnSpc>
                          <a:spcPct val="100000"/>
                        </a:lnSpc>
                        <a:spcBef>
                          <a:spcPts val="135"/>
                        </a:spcBef>
                        <a:buNone/>
                      </a:pPr>
                      <a:endParaRPr sz="1200" spc="-25" dirty="0">
                        <a:latin typeface="Tahoma"/>
                        <a:cs typeface="Tahoma"/>
                      </a:endParaRPr>
                    </a:p>
                  </a:txBody>
                  <a:tcPr marL="0" marR="0" marT="10996" marB="0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200" spc="-50" dirty="0" err="1">
                          <a:latin typeface="Tahoma"/>
                          <a:cs typeface="Tahoma"/>
                        </a:rPr>
                        <a:t>Takım</a:t>
                      </a:r>
                      <a:r>
                        <a:rPr sz="1200" spc="-9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200" spc="-25" dirty="0" err="1">
                          <a:latin typeface="Tahoma"/>
                          <a:cs typeface="Tahoma"/>
                        </a:rPr>
                        <a:t>Adı</a:t>
                      </a:r>
                      <a:endParaRPr sz="1200" err="1">
                        <a:latin typeface="Tahoma"/>
                        <a:cs typeface="Tahoma"/>
                      </a:endParaRPr>
                    </a:p>
                  </a:txBody>
                  <a:tcPr marL="0" marR="0" marT="1099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200" spc="-10" dirty="0">
                          <a:latin typeface="Tahoma"/>
                          <a:cs typeface="Tahoma"/>
                        </a:rPr>
                        <a:t>KARONEXT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10996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0496">
                <a:tc>
                  <a:txBody>
                    <a:bodyPr/>
                    <a:lstStyle/>
                    <a:p>
                      <a:pPr marL="78105" lvl="0">
                        <a:lnSpc>
                          <a:spcPct val="100000"/>
                        </a:lnSpc>
                        <a:spcBef>
                          <a:spcPts val="135"/>
                        </a:spcBef>
                        <a:buNone/>
                      </a:pPr>
                      <a:endParaRPr sz="1200" spc="-20" dirty="0">
                        <a:latin typeface="Tahoma"/>
                        <a:cs typeface="Tahoma"/>
                      </a:endParaRPr>
                    </a:p>
                  </a:txBody>
                  <a:tcPr marL="0" marR="0" marT="10996" marB="0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FFDFDF"/>
                    </a:solidFill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200" spc="-30" dirty="0" err="1">
                          <a:latin typeface="Tahoma"/>
                          <a:cs typeface="Tahoma"/>
                        </a:rPr>
                        <a:t>Kuruluş</a:t>
                      </a:r>
                      <a:r>
                        <a:rPr sz="1200" spc="-9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200" spc="-20" dirty="0" err="1">
                          <a:latin typeface="Tahoma"/>
                          <a:cs typeface="Tahoma"/>
                        </a:rPr>
                        <a:t>Yılı</a:t>
                      </a:r>
                      <a:endParaRPr sz="1200" err="1">
                        <a:latin typeface="Tahoma"/>
                        <a:cs typeface="Tahoma"/>
                      </a:endParaRPr>
                    </a:p>
                  </a:txBody>
                  <a:tcPr marL="0" marR="0" marT="1099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DFDF"/>
                    </a:solidFill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200" spc="-20" dirty="0">
                          <a:latin typeface="Tahoma"/>
                          <a:cs typeface="Tahoma"/>
                        </a:rPr>
                        <a:t>2026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10996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DF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0496">
                <a:tc>
                  <a:txBody>
                    <a:bodyPr/>
                    <a:lstStyle/>
                    <a:p>
                      <a:pPr marL="78105" lvl="0">
                        <a:lnSpc>
                          <a:spcPct val="100000"/>
                        </a:lnSpc>
                        <a:spcBef>
                          <a:spcPts val="135"/>
                        </a:spcBef>
                        <a:buNone/>
                      </a:pPr>
                      <a:endParaRPr sz="1200" spc="-10" dirty="0">
                        <a:latin typeface="Tahoma"/>
                        <a:cs typeface="Tahoma"/>
                      </a:endParaRPr>
                    </a:p>
                  </a:txBody>
                  <a:tcPr marL="0" marR="0" marT="10996" marB="0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200" spc="-10" dirty="0" err="1">
                          <a:latin typeface="Tahoma"/>
                          <a:cs typeface="Tahoma"/>
                        </a:rPr>
                        <a:t>Üniversite</a:t>
                      </a:r>
                      <a:endParaRPr sz="1200" err="1">
                        <a:latin typeface="Tahoma"/>
                        <a:cs typeface="Tahoma"/>
                      </a:endParaRPr>
                    </a:p>
                  </a:txBody>
                  <a:tcPr marL="0" marR="0" marT="1099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200" spc="-85" dirty="0">
                          <a:latin typeface="Tahoma"/>
                          <a:cs typeface="Tahoma"/>
                        </a:rPr>
                        <a:t>OSTİM</a:t>
                      </a:r>
                      <a:r>
                        <a:rPr sz="1200" spc="-10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200" spc="-45" dirty="0">
                          <a:latin typeface="Tahoma"/>
                          <a:cs typeface="Tahoma"/>
                        </a:rPr>
                        <a:t>Teknik</a:t>
                      </a:r>
                      <a:r>
                        <a:rPr sz="1200" spc="-10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200" spc="-10" dirty="0" err="1">
                          <a:latin typeface="Tahoma"/>
                          <a:cs typeface="Tahoma"/>
                        </a:rPr>
                        <a:t>Üniversitesi</a:t>
                      </a:r>
                      <a:endParaRPr sz="1200" err="1">
                        <a:latin typeface="Tahoma"/>
                        <a:cs typeface="Tahoma"/>
                      </a:endParaRPr>
                    </a:p>
                  </a:txBody>
                  <a:tcPr marL="0" marR="0" marT="10996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0496">
                <a:tc>
                  <a:txBody>
                    <a:bodyPr/>
                    <a:lstStyle/>
                    <a:p>
                      <a:pPr marL="78105" lvl="0">
                        <a:lnSpc>
                          <a:spcPct val="100000"/>
                        </a:lnSpc>
                        <a:spcBef>
                          <a:spcPts val="135"/>
                        </a:spcBef>
                        <a:buNone/>
                      </a:pPr>
                      <a:endParaRPr sz="1200" spc="-10" dirty="0">
                        <a:latin typeface="Tahoma"/>
                        <a:cs typeface="Tahoma"/>
                      </a:endParaRPr>
                    </a:p>
                  </a:txBody>
                  <a:tcPr marL="0" marR="0" marT="10996" marB="0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FFDFDF"/>
                    </a:solidFill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200" spc="-10" dirty="0" err="1">
                          <a:latin typeface="Tahoma"/>
                          <a:cs typeface="Tahoma"/>
                        </a:rPr>
                        <a:t>Şehir</a:t>
                      </a:r>
                      <a:endParaRPr sz="1200" err="1">
                        <a:latin typeface="Tahoma"/>
                        <a:cs typeface="Tahoma"/>
                      </a:endParaRPr>
                    </a:p>
                  </a:txBody>
                  <a:tcPr marL="0" marR="0" marT="1099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DFDF"/>
                    </a:solidFill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200" spc="-50" dirty="0">
                          <a:latin typeface="Tahoma"/>
                          <a:cs typeface="Tahoma"/>
                        </a:rPr>
                        <a:t>Ankara</a:t>
                      </a:r>
                      <a:r>
                        <a:rPr sz="1200" spc="-1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200" spc="-55" dirty="0">
                          <a:latin typeface="Tahoma"/>
                          <a:cs typeface="Tahoma"/>
                        </a:rPr>
                        <a:t>/</a:t>
                      </a:r>
                      <a:r>
                        <a:rPr sz="1200" spc="-10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200" spc="-10" dirty="0" err="1">
                          <a:latin typeface="Tahoma"/>
                          <a:cs typeface="Tahoma"/>
                        </a:rPr>
                        <a:t>Yenimahalle</a:t>
                      </a:r>
                      <a:endParaRPr sz="1200" err="1">
                        <a:latin typeface="Tahoma"/>
                        <a:cs typeface="Tahoma"/>
                      </a:endParaRPr>
                    </a:p>
                  </a:txBody>
                  <a:tcPr marL="0" marR="0" marT="10996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DF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0496">
                <a:tc>
                  <a:txBody>
                    <a:bodyPr/>
                    <a:lstStyle/>
                    <a:p>
                      <a:pPr marL="78105" lvl="0">
                        <a:lnSpc>
                          <a:spcPct val="100000"/>
                        </a:lnSpc>
                        <a:spcBef>
                          <a:spcPts val="135"/>
                        </a:spcBef>
                        <a:buNone/>
                      </a:pPr>
                      <a:endParaRPr sz="1200" spc="-20" dirty="0">
                        <a:latin typeface="Tahoma"/>
                        <a:cs typeface="Tahoma"/>
                      </a:endParaRPr>
                    </a:p>
                  </a:txBody>
                  <a:tcPr marL="0" marR="0" marT="10996" marB="0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200" spc="-50" dirty="0" err="1">
                          <a:latin typeface="Tahoma"/>
                          <a:cs typeface="Tahoma"/>
                        </a:rPr>
                        <a:t>Takım</a:t>
                      </a:r>
                      <a:r>
                        <a:rPr sz="1200" spc="-9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200" spc="-20" dirty="0" err="1">
                          <a:latin typeface="Tahoma"/>
                          <a:cs typeface="Tahoma"/>
                        </a:rPr>
                        <a:t>Türü</a:t>
                      </a:r>
                      <a:endParaRPr sz="1200" err="1">
                        <a:latin typeface="Tahoma"/>
                        <a:cs typeface="Tahoma"/>
                      </a:endParaRPr>
                    </a:p>
                  </a:txBody>
                  <a:tcPr marL="0" marR="0" marT="1099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200" spc="-30" dirty="0" err="1">
                          <a:latin typeface="Tahoma"/>
                          <a:cs typeface="Tahoma"/>
                        </a:rPr>
                        <a:t>Üniversite</a:t>
                      </a:r>
                      <a:r>
                        <a:rPr sz="1200" spc="-7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200" spc="-1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1200" spc="-10" dirty="0" err="1">
                          <a:latin typeface="Tahoma"/>
                          <a:cs typeface="Tahoma"/>
                        </a:rPr>
                        <a:t>Okul</a:t>
                      </a:r>
                      <a:r>
                        <a:rPr sz="1200" spc="-10" dirty="0">
                          <a:latin typeface="Tahoma"/>
                          <a:cs typeface="Tahoma"/>
                        </a:rPr>
                        <a:t>)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10996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0496">
                <a:tc>
                  <a:txBody>
                    <a:bodyPr/>
                    <a:lstStyle/>
                    <a:p>
                      <a:pPr marL="78105" lvl="0">
                        <a:lnSpc>
                          <a:spcPct val="100000"/>
                        </a:lnSpc>
                        <a:spcBef>
                          <a:spcPts val="135"/>
                        </a:spcBef>
                        <a:buNone/>
                      </a:pPr>
                      <a:endParaRPr sz="1200" spc="-10" dirty="0">
                        <a:latin typeface="Tahoma"/>
                        <a:cs typeface="Tahoma"/>
                      </a:endParaRPr>
                    </a:p>
                  </a:txBody>
                  <a:tcPr marL="0" marR="0" marT="10996" marB="0"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FFDFDF"/>
                    </a:solidFill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200" spc="-45" dirty="0" err="1">
                          <a:latin typeface="Tahoma"/>
                          <a:cs typeface="Tahoma"/>
                        </a:rPr>
                        <a:t>Üye</a:t>
                      </a:r>
                      <a:r>
                        <a:rPr sz="1200" spc="-12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200" spc="-10" dirty="0" err="1">
                          <a:latin typeface="Tahoma"/>
                          <a:cs typeface="Tahoma"/>
                        </a:rPr>
                        <a:t>Sayısı</a:t>
                      </a:r>
                      <a:endParaRPr sz="1200" err="1">
                        <a:latin typeface="Tahoma"/>
                        <a:cs typeface="Tahoma"/>
                      </a:endParaRPr>
                    </a:p>
                  </a:txBody>
                  <a:tcPr marL="0" marR="0" marT="10996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DFDF"/>
                    </a:solidFill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200" spc="-65" dirty="0">
                          <a:latin typeface="Tahoma"/>
                          <a:cs typeface="Tahoma"/>
                        </a:rPr>
                        <a:t>4</a:t>
                      </a:r>
                      <a:r>
                        <a:rPr sz="1200" spc="-12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200" spc="-85" dirty="0">
                          <a:latin typeface="Tahoma"/>
                          <a:cs typeface="Tahoma"/>
                        </a:rPr>
                        <a:t>(2</a:t>
                      </a:r>
                      <a:r>
                        <a:rPr sz="1200" spc="-1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200" spc="-105" dirty="0">
                          <a:latin typeface="Tahoma"/>
                          <a:cs typeface="Tahoma"/>
                        </a:rPr>
                        <a:t>YZ</a:t>
                      </a:r>
                      <a:r>
                        <a:rPr sz="1200" spc="-1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200" spc="-30" dirty="0" err="1">
                          <a:latin typeface="Tahoma"/>
                          <a:cs typeface="Tahoma"/>
                        </a:rPr>
                        <a:t>Mühendisi</a:t>
                      </a:r>
                      <a:r>
                        <a:rPr sz="1200" spc="-1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200" spc="-290" dirty="0">
                          <a:latin typeface="Tahoma"/>
                          <a:cs typeface="Tahoma"/>
                        </a:rPr>
                        <a:t>+</a:t>
                      </a:r>
                      <a:r>
                        <a:rPr sz="1200" spc="-12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200" spc="-65" dirty="0">
                          <a:latin typeface="Tahoma"/>
                          <a:cs typeface="Tahoma"/>
                        </a:rPr>
                        <a:t>2</a:t>
                      </a:r>
                      <a:r>
                        <a:rPr sz="1200" spc="-1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200" spc="-25" dirty="0" err="1">
                          <a:latin typeface="Tahoma"/>
                          <a:cs typeface="Tahoma"/>
                        </a:rPr>
                        <a:t>Bilg</a:t>
                      </a:r>
                      <a:r>
                        <a:rPr sz="1200" spc="-25" dirty="0">
                          <a:latin typeface="Tahoma"/>
                          <a:cs typeface="Tahoma"/>
                        </a:rPr>
                        <a:t>.</a:t>
                      </a:r>
                      <a:r>
                        <a:rPr sz="1200" spc="-7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200" spc="-10" dirty="0" err="1">
                          <a:latin typeface="Tahoma"/>
                          <a:cs typeface="Tahoma"/>
                        </a:rPr>
                        <a:t>Programcısı</a:t>
                      </a:r>
                      <a:r>
                        <a:rPr sz="1200" spc="-10" dirty="0">
                          <a:latin typeface="Tahoma"/>
                          <a:cs typeface="Tahoma"/>
                        </a:rPr>
                        <a:t>)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10996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DF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5345708" y="3117463"/>
            <a:ext cx="2345035" cy="317234"/>
          </a:xfrm>
          <a:prstGeom prst="rect">
            <a:avLst/>
          </a:prstGeom>
        </p:spPr>
        <p:txBody>
          <a:bodyPr vert="horz" wrap="square" lIns="0" tIns="9366" rIns="0" bIns="0" rtlCol="0" anchor="t">
            <a:spAutoFit/>
          </a:bodyPr>
          <a:lstStyle/>
          <a:p>
            <a:pPr marL="7620">
              <a:lnSpc>
                <a:spcPct val="100000"/>
              </a:lnSpc>
              <a:spcBef>
                <a:spcPts val="73"/>
              </a:spcBef>
            </a:pPr>
            <a:r>
              <a:rPr b="1" spc="-73" dirty="0">
                <a:solidFill>
                  <a:srgbClr val="CC0000"/>
                </a:solidFill>
                <a:latin typeface="Trebuchet MS"/>
                <a:cs typeface="Trebuchet MS"/>
              </a:rPr>
              <a:t> </a:t>
            </a:r>
            <a:r>
              <a:rPr b="1" i="1" spc="-35" dirty="0" err="1">
                <a:solidFill>
                  <a:srgbClr val="CC0000"/>
                </a:solidFill>
                <a:latin typeface="Trebuchet MS"/>
                <a:cs typeface="Trebuchet MS"/>
              </a:rPr>
              <a:t>T</a:t>
            </a:r>
            <a:r>
              <a:rPr sz="2000" b="1" i="1" spc="-35" dirty="0" err="1">
                <a:solidFill>
                  <a:srgbClr val="CC0000"/>
                </a:solidFill>
                <a:latin typeface="Trebuchet MS"/>
                <a:cs typeface="Trebuchet MS"/>
              </a:rPr>
              <a:t>akım</a:t>
            </a:r>
            <a:r>
              <a:rPr sz="2000" b="1" i="1" spc="-115" dirty="0">
                <a:solidFill>
                  <a:srgbClr val="CC0000"/>
                </a:solidFill>
                <a:latin typeface="Trebuchet MS"/>
                <a:cs typeface="Trebuchet MS"/>
              </a:rPr>
              <a:t> </a:t>
            </a:r>
            <a:r>
              <a:rPr sz="2000" b="1" i="1" spc="-22" dirty="0" err="1">
                <a:solidFill>
                  <a:srgbClr val="CC0000"/>
                </a:solidFill>
                <a:latin typeface="Trebuchet MS"/>
                <a:cs typeface="Trebuchet MS"/>
              </a:rPr>
              <a:t>Üyeleri</a:t>
            </a:r>
            <a:endParaRPr sz="2000" err="1">
              <a:latin typeface="Trebuchet MS"/>
              <a:cs typeface="Trebuchet MS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9448187"/>
              </p:ext>
            </p:extLst>
          </p:nvPr>
        </p:nvGraphicFramePr>
        <p:xfrm>
          <a:off x="3309257" y="3577771"/>
          <a:ext cx="5852646" cy="206673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30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28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39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27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983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200" b="1" spc="-50" dirty="0">
                          <a:latin typeface="Trebuchet MS"/>
                          <a:cs typeface="Trebuchet MS"/>
                        </a:rPr>
                        <a:t>#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2728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200" b="1" spc="-50" dirty="0">
                          <a:latin typeface="Trebuchet MS"/>
                          <a:cs typeface="Trebuchet MS"/>
                        </a:rPr>
                        <a:t>Ad</a:t>
                      </a:r>
                      <a:r>
                        <a:rPr sz="1200" b="1" spc="-114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200" b="1" spc="-10" dirty="0" err="1">
                          <a:latin typeface="Trebuchet MS"/>
                          <a:cs typeface="Trebuchet MS"/>
                        </a:rPr>
                        <a:t>Soyad</a:t>
                      </a:r>
                      <a:endParaRPr sz="1200" err="1">
                        <a:latin typeface="Trebuchet MS"/>
                        <a:cs typeface="Trebuchet MS"/>
                      </a:endParaRPr>
                    </a:p>
                  </a:txBody>
                  <a:tcPr marL="0" marR="0" marT="2728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200" b="1" spc="-10" dirty="0" err="1">
                          <a:latin typeface="Trebuchet MS"/>
                          <a:cs typeface="Trebuchet MS"/>
                        </a:rPr>
                        <a:t>Bölüm</a:t>
                      </a:r>
                      <a:endParaRPr sz="1200" err="1">
                        <a:latin typeface="Trebuchet MS"/>
                        <a:cs typeface="Trebuchet MS"/>
                      </a:endParaRPr>
                    </a:p>
                  </a:txBody>
                  <a:tcPr marL="0" marR="0" marT="2728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200" b="1" spc="-25" dirty="0">
                          <a:latin typeface="Trebuchet MS"/>
                          <a:cs typeface="Trebuchet MS"/>
                        </a:rPr>
                        <a:t>Rol</a:t>
                      </a:r>
                      <a:endParaRPr sz="1200">
                        <a:latin typeface="Trebuchet MS"/>
                        <a:cs typeface="Trebuchet MS"/>
                      </a:endParaRPr>
                    </a:p>
                  </a:txBody>
                  <a:tcPr marL="0" marR="0" marT="2728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422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200" spc="-50" dirty="0">
                          <a:latin typeface="Tahoma"/>
                          <a:cs typeface="Tahoma"/>
                        </a:rPr>
                        <a:t>1</a:t>
                      </a:r>
                      <a:endParaRPr sz="1200" dirty="0">
                        <a:latin typeface="Tahoma"/>
                        <a:cs typeface="Tahoma"/>
                      </a:endParaRPr>
                    </a:p>
                  </a:txBody>
                  <a:tcPr marL="0" marR="0" marT="2728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DFDF"/>
                    </a:solidFill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400" spc="-30" dirty="0">
                          <a:latin typeface="Tahoma"/>
                          <a:cs typeface="Tahoma"/>
                        </a:rPr>
                        <a:t>Rabia</a:t>
                      </a:r>
                      <a:r>
                        <a:rPr sz="1400" spc="-13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400" dirty="0">
                          <a:latin typeface="Tahoma"/>
                          <a:cs typeface="Tahoma"/>
                        </a:rPr>
                        <a:t>Sıla</a:t>
                      </a:r>
                      <a:r>
                        <a:rPr sz="1400" spc="-12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400" spc="-10" dirty="0">
                          <a:latin typeface="Tahoma"/>
                          <a:cs typeface="Tahoma"/>
                        </a:rPr>
                        <a:t>KARACA</a:t>
                      </a:r>
                      <a:endParaRPr sz="1400" dirty="0">
                        <a:latin typeface="Tahoma"/>
                        <a:cs typeface="Tahoma"/>
                      </a:endParaRPr>
                    </a:p>
                  </a:txBody>
                  <a:tcPr marL="0" marR="0" marT="2728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DFDF"/>
                    </a:solidFill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400" spc="-75" dirty="0" err="1">
                          <a:latin typeface="Tahoma"/>
                          <a:cs typeface="Tahoma"/>
                        </a:rPr>
                        <a:t>Yapay</a:t>
                      </a:r>
                      <a:r>
                        <a:rPr sz="1400" spc="-10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400" spc="-50" dirty="0">
                          <a:latin typeface="Tahoma"/>
                          <a:cs typeface="Tahoma"/>
                        </a:rPr>
                        <a:t>Zeka</a:t>
                      </a:r>
                      <a:r>
                        <a:rPr sz="1400" spc="-10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400" spc="-20" dirty="0" err="1">
                          <a:latin typeface="Tahoma"/>
                          <a:cs typeface="Tahoma"/>
                        </a:rPr>
                        <a:t>Müh</a:t>
                      </a:r>
                      <a:r>
                        <a:rPr sz="1400" spc="-20" dirty="0">
                          <a:latin typeface="Tahoma"/>
                          <a:cs typeface="Tahoma"/>
                        </a:rPr>
                        <a:t>.</a:t>
                      </a:r>
                      <a:endParaRPr sz="1400" dirty="0">
                        <a:latin typeface="Tahoma"/>
                        <a:cs typeface="Tahoma"/>
                      </a:endParaRPr>
                    </a:p>
                  </a:txBody>
                  <a:tcPr marL="0" marR="0" marT="2728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DF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400" b="1" spc="-10" dirty="0">
                          <a:solidFill>
                            <a:srgbClr val="CC0000"/>
                          </a:solidFill>
                          <a:latin typeface="Trebuchet MS"/>
                          <a:cs typeface="Trebuchet MS"/>
                        </a:rPr>
                        <a:t>Kaptan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2728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DF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422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200" spc="-50" dirty="0">
                          <a:latin typeface="Tahoma"/>
                          <a:cs typeface="Tahoma"/>
                        </a:rPr>
                        <a:t>2</a:t>
                      </a:r>
                      <a:endParaRPr sz="1200" dirty="0">
                        <a:latin typeface="Tahoma"/>
                        <a:cs typeface="Tahoma"/>
                      </a:endParaRPr>
                    </a:p>
                  </a:txBody>
                  <a:tcPr marL="0" marR="0" marT="2728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400" spc="-40" dirty="0">
                          <a:latin typeface="Tahoma"/>
                          <a:cs typeface="Tahoma"/>
                        </a:rPr>
                        <a:t>Sena</a:t>
                      </a:r>
                      <a:r>
                        <a:rPr sz="1400" spc="-1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400" spc="-45" dirty="0">
                          <a:latin typeface="Tahoma"/>
                          <a:cs typeface="Tahoma"/>
                        </a:rPr>
                        <a:t>Zeynep</a:t>
                      </a:r>
                      <a:r>
                        <a:rPr sz="1400" spc="-10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400" spc="-10" dirty="0">
                          <a:latin typeface="Tahoma"/>
                          <a:cs typeface="Tahoma"/>
                        </a:rPr>
                        <a:t>HAFIZOĞLU</a:t>
                      </a:r>
                      <a:endParaRPr sz="1400" dirty="0">
                        <a:latin typeface="Tahoma"/>
                        <a:cs typeface="Tahoma"/>
                      </a:endParaRPr>
                    </a:p>
                  </a:txBody>
                  <a:tcPr marL="0" marR="0" marT="2728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400" spc="-75" dirty="0" err="1">
                          <a:latin typeface="Tahoma"/>
                          <a:cs typeface="Tahoma"/>
                        </a:rPr>
                        <a:t>Yapay</a:t>
                      </a:r>
                      <a:r>
                        <a:rPr sz="1400" spc="-10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400" spc="-50" dirty="0">
                          <a:latin typeface="Tahoma"/>
                          <a:cs typeface="Tahoma"/>
                        </a:rPr>
                        <a:t>Zeka</a:t>
                      </a:r>
                      <a:r>
                        <a:rPr sz="1400" spc="-10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400" spc="-20" dirty="0" err="1">
                          <a:latin typeface="Tahoma"/>
                          <a:cs typeface="Tahoma"/>
                        </a:rPr>
                        <a:t>Müh</a:t>
                      </a:r>
                      <a:r>
                        <a:rPr sz="1400" spc="-20" dirty="0">
                          <a:latin typeface="Tahoma"/>
                          <a:cs typeface="Tahoma"/>
                        </a:rPr>
                        <a:t>.</a:t>
                      </a:r>
                      <a:endParaRPr sz="1400" dirty="0">
                        <a:latin typeface="Tahoma"/>
                        <a:cs typeface="Tahoma"/>
                      </a:endParaRPr>
                    </a:p>
                  </a:txBody>
                  <a:tcPr marL="0" marR="0" marT="2728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400" spc="-25" dirty="0" err="1">
                          <a:latin typeface="Tahoma"/>
                          <a:cs typeface="Tahoma"/>
                        </a:rPr>
                        <a:t>Üye</a:t>
                      </a:r>
                      <a:endParaRPr sz="1400" dirty="0">
                        <a:latin typeface="Tahoma"/>
                        <a:cs typeface="Tahoma"/>
                      </a:endParaRPr>
                    </a:p>
                  </a:txBody>
                  <a:tcPr marL="0" marR="0" marT="2728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422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200" spc="-50" dirty="0">
                          <a:latin typeface="Tahoma"/>
                          <a:cs typeface="Tahoma"/>
                        </a:rPr>
                        <a:t>3</a:t>
                      </a:r>
                      <a:endParaRPr sz="1200" dirty="0">
                        <a:latin typeface="Tahoma"/>
                        <a:cs typeface="Tahoma"/>
                      </a:endParaRPr>
                    </a:p>
                  </a:txBody>
                  <a:tcPr marL="0" marR="0" marT="2728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DFDF"/>
                    </a:solidFill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400" spc="-40" dirty="0">
                          <a:latin typeface="Tahoma"/>
                          <a:cs typeface="Tahoma"/>
                        </a:rPr>
                        <a:t>Furkan</a:t>
                      </a:r>
                      <a:r>
                        <a:rPr sz="1400" spc="-9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400" spc="-10" dirty="0">
                          <a:latin typeface="Tahoma"/>
                          <a:cs typeface="Tahoma"/>
                        </a:rPr>
                        <a:t>TAŞDELEN</a:t>
                      </a:r>
                      <a:endParaRPr sz="1400" dirty="0">
                        <a:latin typeface="Tahoma"/>
                        <a:cs typeface="Tahoma"/>
                      </a:endParaRPr>
                    </a:p>
                  </a:txBody>
                  <a:tcPr marL="0" marR="0" marT="2728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DFDF"/>
                    </a:solidFill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400" spc="-25" dirty="0" err="1">
                          <a:latin typeface="Tahoma"/>
                          <a:cs typeface="Tahoma"/>
                        </a:rPr>
                        <a:t>Bilgisayar</a:t>
                      </a:r>
                      <a:r>
                        <a:rPr sz="1400" spc="-9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400" spc="-10" dirty="0">
                          <a:latin typeface="Tahoma"/>
                          <a:cs typeface="Tahoma"/>
                        </a:rPr>
                        <a:t>Prog.</a:t>
                      </a:r>
                      <a:endParaRPr sz="1400" dirty="0">
                        <a:latin typeface="Tahoma"/>
                        <a:cs typeface="Tahoma"/>
                      </a:endParaRPr>
                    </a:p>
                  </a:txBody>
                  <a:tcPr marL="0" marR="0" marT="2728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DF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400" spc="-25" dirty="0" err="1">
                          <a:latin typeface="Tahoma"/>
                          <a:cs typeface="Tahoma"/>
                        </a:rPr>
                        <a:t>Üye</a:t>
                      </a:r>
                      <a:endParaRPr sz="1400" dirty="0">
                        <a:latin typeface="Tahoma"/>
                        <a:cs typeface="Tahoma"/>
                      </a:endParaRPr>
                    </a:p>
                  </a:txBody>
                  <a:tcPr marL="0" marR="0" marT="2728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DF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422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200" spc="-50" dirty="0">
                          <a:latin typeface="Tahoma"/>
                          <a:cs typeface="Tahoma"/>
                        </a:rPr>
                        <a:t>4</a:t>
                      </a:r>
                      <a:endParaRPr sz="1200" dirty="0">
                        <a:latin typeface="Tahoma"/>
                        <a:cs typeface="Tahoma"/>
                      </a:endParaRPr>
                    </a:p>
                  </a:txBody>
                  <a:tcPr marL="0" marR="0" marT="2728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400" spc="-45" dirty="0">
                          <a:latin typeface="Tahoma"/>
                          <a:cs typeface="Tahoma"/>
                        </a:rPr>
                        <a:t>Arda</a:t>
                      </a:r>
                      <a:r>
                        <a:rPr sz="1400" spc="-1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400" spc="-10" dirty="0">
                          <a:latin typeface="Tahoma"/>
                          <a:cs typeface="Tahoma"/>
                        </a:rPr>
                        <a:t>ELİBÜYÜK</a:t>
                      </a:r>
                      <a:endParaRPr sz="1400" dirty="0">
                        <a:latin typeface="Tahoma"/>
                        <a:cs typeface="Tahoma"/>
                      </a:endParaRPr>
                    </a:p>
                  </a:txBody>
                  <a:tcPr marL="0" marR="0" marT="2728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400" spc="-25" dirty="0" err="1">
                          <a:latin typeface="Tahoma"/>
                          <a:cs typeface="Tahoma"/>
                        </a:rPr>
                        <a:t>Bilgisayar</a:t>
                      </a:r>
                      <a:r>
                        <a:rPr sz="1400" spc="-9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400" spc="-10" dirty="0">
                          <a:latin typeface="Tahoma"/>
                          <a:cs typeface="Tahoma"/>
                        </a:rPr>
                        <a:t>Prog.</a:t>
                      </a:r>
                      <a:endParaRPr sz="1400" dirty="0">
                        <a:latin typeface="Tahoma"/>
                        <a:cs typeface="Tahoma"/>
                      </a:endParaRPr>
                    </a:p>
                  </a:txBody>
                  <a:tcPr marL="0" marR="0" marT="2728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400" spc="-25" dirty="0" err="1">
                          <a:latin typeface="Tahoma"/>
                          <a:cs typeface="Tahoma"/>
                        </a:rPr>
                        <a:t>Üye</a:t>
                      </a:r>
                      <a:endParaRPr sz="1400" dirty="0">
                        <a:latin typeface="Tahoma"/>
                        <a:cs typeface="Tahoma"/>
                      </a:endParaRPr>
                    </a:p>
                  </a:txBody>
                  <a:tcPr marL="0" marR="0" marT="2728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738" rIns="0" bIns="0" rtlCol="0">
            <a:spAutoFit/>
          </a:bodyPr>
          <a:lstStyle/>
          <a:p>
            <a:pPr marL="24434">
              <a:lnSpc>
                <a:spcPct val="100000"/>
              </a:lnSpc>
              <a:spcBef>
                <a:spcPts val="61"/>
              </a:spcBef>
            </a:pPr>
            <a:fld id="{81D60167-4931-47E6-BA6A-407CBD079E47}" type="slidenum">
              <a:rPr spc="-32" dirty="0"/>
              <a:pPr marL="24434">
                <a:lnSpc>
                  <a:spcPct val="100000"/>
                </a:lnSpc>
                <a:spcBef>
                  <a:spcPts val="61"/>
                </a:spcBef>
              </a:pPr>
              <a:t>3</a:t>
            </a:fld>
            <a:endParaRPr spc="-32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 flipH="1">
            <a:off x="124188" y="141778"/>
            <a:ext cx="4002320" cy="115893"/>
          </a:xfrm>
          <a:prstGeom prst="rect">
            <a:avLst/>
          </a:prstGeom>
        </p:spPr>
        <p:txBody>
          <a:bodyPr vert="horz" wrap="square" lIns="0" tIns="7330" rIns="0" bIns="0" rtlCol="0" anchor="t">
            <a:spAutoFit/>
          </a:bodyPr>
          <a:lstStyle/>
          <a:p>
            <a:pPr marL="7620">
              <a:lnSpc>
                <a:spcPct val="100000"/>
              </a:lnSpc>
              <a:spcBef>
                <a:spcPts val="58"/>
              </a:spcBef>
            </a:pPr>
            <a:r>
              <a:rPr sz="705" i="1" spc="-38" dirty="0">
                <a:solidFill>
                  <a:srgbClr val="CC0000"/>
                </a:solidFill>
                <a:latin typeface="Trebuchet MS"/>
                <a:cs typeface="Trebuchet MS"/>
              </a:rPr>
              <a:t>KARONEXT</a:t>
            </a:r>
            <a:endParaRPr sz="705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72085" y="149035"/>
            <a:ext cx="717092" cy="115893"/>
          </a:xfrm>
          <a:prstGeom prst="rect">
            <a:avLst/>
          </a:prstGeom>
        </p:spPr>
        <p:txBody>
          <a:bodyPr vert="horz" wrap="square" lIns="0" tIns="7330" rIns="0" bIns="0" rtlCol="0" anchor="t">
            <a:spAutoFit/>
          </a:bodyPr>
          <a:lstStyle/>
          <a:p>
            <a:pPr marL="7620">
              <a:lnSpc>
                <a:spcPct val="100000"/>
              </a:lnSpc>
              <a:spcBef>
                <a:spcPts val="58"/>
              </a:spcBef>
            </a:pPr>
            <a:r>
              <a:rPr sz="705" i="1" spc="-35" dirty="0">
                <a:solidFill>
                  <a:srgbClr val="CC0000"/>
                </a:solidFill>
                <a:latin typeface="Trebuchet MS"/>
                <a:cs typeface="Trebuchet MS"/>
              </a:rPr>
              <a:t>TEKNOFEST</a:t>
            </a:r>
            <a:r>
              <a:rPr sz="705" i="1" spc="-26" dirty="0">
                <a:solidFill>
                  <a:srgbClr val="CC0000"/>
                </a:solidFill>
                <a:latin typeface="Trebuchet MS"/>
                <a:cs typeface="Trebuchet MS"/>
              </a:rPr>
              <a:t> </a:t>
            </a:r>
            <a:r>
              <a:rPr sz="705" i="1" spc="-29" dirty="0">
                <a:solidFill>
                  <a:srgbClr val="CC0000"/>
                </a:solidFill>
                <a:latin typeface="Trebuchet MS"/>
                <a:cs typeface="Trebuchet MS"/>
              </a:rPr>
              <a:t>2026</a:t>
            </a:r>
            <a:endParaRPr sz="705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055422" y="421049"/>
            <a:ext cx="2101642" cy="318880"/>
          </a:xfrm>
          <a:prstGeom prst="rect">
            <a:avLst/>
          </a:prstGeom>
        </p:spPr>
        <p:txBody>
          <a:bodyPr vert="horz" wrap="square" lIns="0" tIns="10996" rIns="0" bIns="0" rtlCol="0" anchor="t">
            <a:spAutoFit/>
          </a:bodyPr>
          <a:lstStyle/>
          <a:p>
            <a:pPr marL="7620">
              <a:lnSpc>
                <a:spcPct val="100000"/>
              </a:lnSpc>
              <a:spcBef>
                <a:spcPts val="87"/>
              </a:spcBef>
            </a:pPr>
            <a:r>
              <a:rPr sz="2000" b="1" i="1" spc="-19" dirty="0" err="1">
                <a:solidFill>
                  <a:srgbClr val="CC0000"/>
                </a:solidFill>
                <a:latin typeface="Trebuchet MS"/>
                <a:cs typeface="Trebuchet MS"/>
              </a:rPr>
              <a:t>Üye</a:t>
            </a:r>
            <a:r>
              <a:rPr sz="2000" b="1" i="1" spc="-77" dirty="0">
                <a:solidFill>
                  <a:srgbClr val="CC0000"/>
                </a:solidFill>
                <a:latin typeface="Trebuchet MS"/>
                <a:cs typeface="Trebuchet MS"/>
              </a:rPr>
              <a:t> </a:t>
            </a:r>
            <a:r>
              <a:rPr sz="2000" b="1" i="1" spc="-6" dirty="0" err="1">
                <a:solidFill>
                  <a:srgbClr val="CC0000"/>
                </a:solidFill>
                <a:latin typeface="Trebuchet MS"/>
                <a:cs typeface="Trebuchet MS"/>
              </a:rPr>
              <a:t>Detayları</a:t>
            </a:r>
            <a:endParaRPr sz="2000" i="1" err="1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77671" y="1237156"/>
            <a:ext cx="9919188" cy="1037925"/>
          </a:xfrm>
          <a:prstGeom prst="rect">
            <a:avLst/>
          </a:prstGeom>
        </p:spPr>
        <p:txBody>
          <a:bodyPr vert="horz" wrap="square" lIns="0" tIns="17919" rIns="0" bIns="0" rtlCol="0" anchor="t">
            <a:spAutoFit/>
          </a:bodyPr>
          <a:lstStyle/>
          <a:p>
            <a:pPr>
              <a:spcBef>
                <a:spcPts val="141"/>
              </a:spcBef>
              <a:tabLst>
                <a:tab pos="3235407" algn="l"/>
              </a:tabLst>
            </a:pPr>
            <a:r>
              <a:rPr sz="1400" b="1" spc="-16" dirty="0">
                <a:solidFill>
                  <a:srgbClr val="0A1225"/>
                </a:solidFill>
                <a:latin typeface="Trebuchet MS"/>
                <a:cs typeface="Trebuchet MS"/>
              </a:rPr>
              <a:t>Rabia</a:t>
            </a:r>
            <a:r>
              <a:rPr sz="1400" b="1" spc="-64" dirty="0">
                <a:solidFill>
                  <a:srgbClr val="0A1225"/>
                </a:solidFill>
                <a:latin typeface="Trebuchet MS"/>
                <a:cs typeface="Trebuchet MS"/>
              </a:rPr>
              <a:t> </a:t>
            </a:r>
            <a:r>
              <a:rPr sz="1400" b="1" dirty="0">
                <a:solidFill>
                  <a:srgbClr val="0A1225"/>
                </a:solidFill>
                <a:latin typeface="Trebuchet MS"/>
                <a:cs typeface="Trebuchet MS"/>
              </a:rPr>
              <a:t>Sıla</a:t>
            </a:r>
            <a:r>
              <a:rPr sz="1400" b="1" spc="-61" dirty="0">
                <a:solidFill>
                  <a:srgbClr val="0A1225"/>
                </a:solidFill>
                <a:latin typeface="Trebuchet MS"/>
                <a:cs typeface="Trebuchet MS"/>
              </a:rPr>
              <a:t> </a:t>
            </a:r>
            <a:r>
              <a:rPr sz="1400" b="1" spc="-6">
                <a:solidFill>
                  <a:srgbClr val="0A1225"/>
                </a:solidFill>
                <a:latin typeface="Trebuchet MS"/>
                <a:cs typeface="Trebuchet MS"/>
              </a:rPr>
              <a:t>KARACA</a:t>
            </a:r>
            <a:r>
              <a:rPr lang="tr-TR" sz="1400" b="1" dirty="0">
                <a:solidFill>
                  <a:srgbClr val="0A1225"/>
                </a:solidFill>
                <a:latin typeface="Trebuchet MS"/>
                <a:cs typeface="Trebuchet MS"/>
              </a:rPr>
              <a:t>  </a:t>
            </a:r>
            <a:r>
              <a:rPr lang="tr-TR" sz="1400" b="1">
                <a:solidFill>
                  <a:srgbClr val="0A1225"/>
                </a:solidFill>
                <a:latin typeface="Trebuchet MS"/>
                <a:cs typeface="Lucida Sans Unicode"/>
              </a:rPr>
              <a:t>                                                                                                                                          </a:t>
            </a:r>
            <a:r>
              <a:rPr sz="1400" spc="109">
                <a:solidFill>
                  <a:srgbClr val="CC0000"/>
                </a:solidFill>
                <a:latin typeface="Lucida Sans Unicode"/>
                <a:cs typeface="Lucida Sans Unicode"/>
              </a:rPr>
              <a:t>⋆</a:t>
            </a:r>
            <a:r>
              <a:rPr sz="1400" spc="-93" dirty="0">
                <a:solidFill>
                  <a:srgbClr val="CC0000"/>
                </a:solidFill>
                <a:latin typeface="Lucida Sans Unicode"/>
                <a:cs typeface="Lucida Sans Unicode"/>
              </a:rPr>
              <a:t> </a:t>
            </a:r>
            <a:r>
              <a:rPr sz="1400" b="1" spc="-26" dirty="0">
                <a:solidFill>
                  <a:srgbClr val="CC0000"/>
                </a:solidFill>
                <a:latin typeface="Trebuchet MS"/>
                <a:cs typeface="Trebuchet MS"/>
              </a:rPr>
              <a:t>KAPTAN</a:t>
            </a: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7"/>
              </a:spcBef>
            </a:pPr>
            <a:r>
              <a:rPr sz="1400" spc="-45" dirty="0" err="1">
                <a:solidFill>
                  <a:schemeClr val="tx1"/>
                </a:solidFill>
                <a:latin typeface="Tahoma"/>
                <a:cs typeface="Tahoma"/>
              </a:rPr>
              <a:t>Yapay</a:t>
            </a:r>
            <a:r>
              <a:rPr sz="1400" spc="-67" dirty="0">
                <a:solidFill>
                  <a:schemeClr val="tx1"/>
                </a:solidFill>
                <a:latin typeface="Tahoma"/>
                <a:cs typeface="Tahoma"/>
              </a:rPr>
              <a:t> </a:t>
            </a:r>
            <a:r>
              <a:rPr sz="1400" spc="-26" dirty="0">
                <a:solidFill>
                  <a:schemeClr val="tx1"/>
                </a:solidFill>
                <a:latin typeface="Tahoma"/>
                <a:cs typeface="Tahoma"/>
              </a:rPr>
              <a:t>Zeka</a:t>
            </a:r>
            <a:r>
              <a:rPr sz="1400" spc="-64" dirty="0">
                <a:solidFill>
                  <a:schemeClr val="tx1"/>
                </a:solidFill>
                <a:latin typeface="Tahoma"/>
                <a:cs typeface="Tahoma"/>
              </a:rPr>
              <a:t> </a:t>
            </a:r>
            <a:r>
              <a:rPr sz="1400" spc="-13" dirty="0" err="1">
                <a:solidFill>
                  <a:schemeClr val="tx1"/>
                </a:solidFill>
                <a:latin typeface="Tahoma"/>
                <a:cs typeface="Tahoma"/>
              </a:rPr>
              <a:t>Mühendisliği</a:t>
            </a:r>
            <a:r>
              <a:rPr sz="1400" spc="-64" dirty="0">
                <a:solidFill>
                  <a:schemeClr val="tx1"/>
                </a:solidFill>
                <a:latin typeface="Tahoma"/>
                <a:cs typeface="Tahoma"/>
              </a:rPr>
              <a:t> </a:t>
            </a:r>
            <a:r>
              <a:rPr sz="1400" spc="-55" dirty="0">
                <a:solidFill>
                  <a:schemeClr val="tx1"/>
                </a:solidFill>
                <a:latin typeface="Tahoma"/>
                <a:cs typeface="Tahoma"/>
              </a:rPr>
              <a:t>–</a:t>
            </a:r>
            <a:r>
              <a:rPr sz="1400" spc="-64" dirty="0">
                <a:solidFill>
                  <a:schemeClr val="tx1"/>
                </a:solidFill>
                <a:latin typeface="Tahoma"/>
                <a:cs typeface="Tahoma"/>
              </a:rPr>
              <a:t> </a:t>
            </a:r>
            <a:r>
              <a:rPr sz="1400" spc="-19" dirty="0" err="1">
                <a:solidFill>
                  <a:schemeClr val="tx1"/>
                </a:solidFill>
                <a:latin typeface="Tahoma"/>
                <a:cs typeface="Tahoma"/>
              </a:rPr>
              <a:t>Proje</a:t>
            </a:r>
            <a:r>
              <a:rPr sz="1400" spc="-64" dirty="0">
                <a:solidFill>
                  <a:schemeClr val="tx1"/>
                </a:solidFill>
                <a:latin typeface="Tahoma"/>
                <a:cs typeface="Tahoma"/>
              </a:rPr>
              <a:t> </a:t>
            </a:r>
            <a:r>
              <a:rPr sz="1400" spc="-22" dirty="0" err="1">
                <a:solidFill>
                  <a:schemeClr val="tx1"/>
                </a:solidFill>
                <a:latin typeface="Tahoma"/>
                <a:cs typeface="Tahoma"/>
              </a:rPr>
              <a:t>Yönetimi</a:t>
            </a:r>
            <a:r>
              <a:rPr sz="1400" spc="-64" dirty="0">
                <a:solidFill>
                  <a:schemeClr val="tx1"/>
                </a:solidFill>
                <a:latin typeface="Tahoma"/>
                <a:cs typeface="Tahoma"/>
              </a:rPr>
              <a:t> </a:t>
            </a:r>
            <a:r>
              <a:rPr sz="1400" spc="-32" dirty="0" err="1">
                <a:solidFill>
                  <a:schemeClr val="tx1"/>
                </a:solidFill>
                <a:latin typeface="Tahoma"/>
                <a:cs typeface="Tahoma"/>
              </a:rPr>
              <a:t>ve</a:t>
            </a:r>
            <a:r>
              <a:rPr sz="1400" spc="-64" dirty="0">
                <a:solidFill>
                  <a:schemeClr val="tx1"/>
                </a:solidFill>
                <a:latin typeface="Tahoma"/>
                <a:cs typeface="Tahoma"/>
              </a:rPr>
              <a:t> </a:t>
            </a:r>
            <a:r>
              <a:rPr sz="1400" spc="-6" dirty="0" err="1">
                <a:solidFill>
                  <a:schemeClr val="tx1"/>
                </a:solidFill>
                <a:latin typeface="Tahoma"/>
                <a:cs typeface="Tahoma"/>
              </a:rPr>
              <a:t>Koordinasyon</a:t>
            </a:r>
            <a:endParaRPr sz="1400">
              <a:solidFill>
                <a:schemeClr val="tx1"/>
              </a:solidFill>
              <a:latin typeface="Tahoma"/>
              <a:ea typeface="Tahoma"/>
              <a:cs typeface="Tahoma"/>
            </a:endParaRPr>
          </a:p>
          <a:p>
            <a:pPr marR="3175">
              <a:lnSpc>
                <a:spcPct val="109400"/>
              </a:lnSpc>
            </a:pPr>
            <a:r>
              <a:rPr sz="1400" spc="-22" dirty="0" err="1">
                <a:solidFill>
                  <a:schemeClr val="tx1"/>
                </a:solidFill>
                <a:latin typeface="Tahoma"/>
                <a:cs typeface="Tahoma"/>
              </a:rPr>
              <a:t>Takımın</a:t>
            </a:r>
            <a:r>
              <a:rPr sz="1400" spc="-64" dirty="0">
                <a:solidFill>
                  <a:schemeClr val="tx1"/>
                </a:solidFill>
                <a:latin typeface="Tahoma"/>
                <a:cs typeface="Tahoma"/>
              </a:rPr>
              <a:t> </a:t>
            </a:r>
            <a:r>
              <a:rPr sz="1400" spc="-19" dirty="0" err="1">
                <a:solidFill>
                  <a:schemeClr val="tx1"/>
                </a:solidFill>
                <a:latin typeface="Tahoma"/>
                <a:cs typeface="Tahoma"/>
              </a:rPr>
              <a:t>kurucu</a:t>
            </a:r>
            <a:r>
              <a:rPr sz="1400" spc="-61" dirty="0">
                <a:solidFill>
                  <a:schemeClr val="tx1"/>
                </a:solidFill>
                <a:latin typeface="Tahoma"/>
                <a:cs typeface="Tahoma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Tahoma"/>
                <a:cs typeface="Tahoma"/>
              </a:rPr>
              <a:t>lideri</a:t>
            </a:r>
            <a:r>
              <a:rPr sz="1400" spc="-64" dirty="0">
                <a:solidFill>
                  <a:schemeClr val="tx1"/>
                </a:solidFill>
                <a:latin typeface="Tahoma"/>
                <a:cs typeface="Tahoma"/>
              </a:rPr>
              <a:t> </a:t>
            </a:r>
            <a:r>
              <a:rPr sz="1400" spc="-16" dirty="0" err="1">
                <a:solidFill>
                  <a:schemeClr val="tx1"/>
                </a:solidFill>
                <a:latin typeface="Tahoma"/>
                <a:cs typeface="Tahoma"/>
              </a:rPr>
              <a:t>olarak</a:t>
            </a:r>
            <a:r>
              <a:rPr sz="1400" spc="-64" dirty="0">
                <a:solidFill>
                  <a:schemeClr val="tx1"/>
                </a:solidFill>
                <a:latin typeface="Tahoma"/>
                <a:cs typeface="Tahoma"/>
              </a:rPr>
              <a:t> </a:t>
            </a:r>
            <a:r>
              <a:rPr sz="1400" spc="-22" dirty="0" err="1">
                <a:solidFill>
                  <a:schemeClr val="tx1"/>
                </a:solidFill>
                <a:latin typeface="Tahoma"/>
                <a:cs typeface="Tahoma"/>
              </a:rPr>
              <a:t>stratejik</a:t>
            </a:r>
            <a:r>
              <a:rPr sz="1400" spc="-61" dirty="0">
                <a:solidFill>
                  <a:schemeClr val="tx1"/>
                </a:solidFill>
                <a:latin typeface="Tahoma"/>
                <a:cs typeface="Tahoma"/>
              </a:rPr>
              <a:t> </a:t>
            </a:r>
            <a:r>
              <a:rPr sz="1400" spc="-22" dirty="0" err="1">
                <a:solidFill>
                  <a:schemeClr val="tx1"/>
                </a:solidFill>
                <a:latin typeface="Tahoma"/>
                <a:cs typeface="Tahoma"/>
              </a:rPr>
              <a:t>proje</a:t>
            </a:r>
            <a:r>
              <a:rPr sz="1400" spc="-61" dirty="0">
                <a:solidFill>
                  <a:schemeClr val="tx1"/>
                </a:solidFill>
                <a:latin typeface="Tahoma"/>
                <a:cs typeface="Tahoma"/>
              </a:rPr>
              <a:t> </a:t>
            </a:r>
            <a:r>
              <a:rPr sz="1400" spc="-13" dirty="0" err="1">
                <a:solidFill>
                  <a:schemeClr val="tx1"/>
                </a:solidFill>
                <a:latin typeface="Tahoma"/>
                <a:cs typeface="Tahoma"/>
              </a:rPr>
              <a:t>planlaması</a:t>
            </a:r>
            <a:r>
              <a:rPr sz="1400" spc="-13" dirty="0">
                <a:solidFill>
                  <a:schemeClr val="tx1"/>
                </a:solidFill>
                <a:latin typeface="Tahoma"/>
                <a:cs typeface="Tahoma"/>
              </a:rPr>
              <a:t>,</a:t>
            </a:r>
            <a:r>
              <a:rPr sz="1400" spc="-61" dirty="0">
                <a:solidFill>
                  <a:schemeClr val="tx1"/>
                </a:solidFill>
                <a:latin typeface="Tahoma"/>
                <a:cs typeface="Tahoma"/>
              </a:rPr>
              <a:t> </a:t>
            </a:r>
            <a:r>
              <a:rPr sz="1400" spc="-22" dirty="0" err="1">
                <a:solidFill>
                  <a:schemeClr val="tx1"/>
                </a:solidFill>
                <a:latin typeface="Tahoma"/>
                <a:cs typeface="Tahoma"/>
              </a:rPr>
              <a:t>kaynak</a:t>
            </a:r>
            <a:r>
              <a:rPr sz="1400" spc="-64" dirty="0">
                <a:solidFill>
                  <a:schemeClr val="tx1"/>
                </a:solidFill>
                <a:latin typeface="Tahoma"/>
                <a:cs typeface="Tahoma"/>
              </a:rPr>
              <a:t> </a:t>
            </a:r>
            <a:r>
              <a:rPr sz="1400" spc="-16" dirty="0" err="1">
                <a:solidFill>
                  <a:schemeClr val="tx1"/>
                </a:solidFill>
                <a:latin typeface="Tahoma"/>
                <a:cs typeface="Tahoma"/>
              </a:rPr>
              <a:t>yönetimi</a:t>
            </a:r>
            <a:r>
              <a:rPr sz="1400" spc="-16" dirty="0">
                <a:solidFill>
                  <a:schemeClr val="tx1"/>
                </a:solidFill>
                <a:latin typeface="Tahoma"/>
                <a:cs typeface="Tahoma"/>
              </a:rPr>
              <a:t>,</a:t>
            </a:r>
            <a:r>
              <a:rPr sz="1400" spc="-61" dirty="0">
                <a:solidFill>
                  <a:schemeClr val="tx1"/>
                </a:solidFill>
                <a:latin typeface="Tahoma"/>
                <a:cs typeface="Tahoma"/>
              </a:rPr>
              <a:t> </a:t>
            </a:r>
            <a:r>
              <a:rPr sz="1400" spc="-32" dirty="0" err="1">
                <a:solidFill>
                  <a:schemeClr val="tx1"/>
                </a:solidFill>
                <a:latin typeface="Tahoma"/>
                <a:cs typeface="Tahoma"/>
              </a:rPr>
              <a:t>görev</a:t>
            </a:r>
            <a:r>
              <a:rPr sz="1400" spc="-58" dirty="0">
                <a:solidFill>
                  <a:schemeClr val="tx1"/>
                </a:solidFill>
                <a:latin typeface="Tahoma"/>
                <a:cs typeface="Tahoma"/>
              </a:rPr>
              <a:t> </a:t>
            </a:r>
            <a:r>
              <a:rPr sz="1400" spc="-6" dirty="0" err="1">
                <a:solidFill>
                  <a:schemeClr val="tx1"/>
                </a:solidFill>
                <a:latin typeface="Tahoma"/>
                <a:cs typeface="Tahoma"/>
              </a:rPr>
              <a:t>dağılımı</a:t>
            </a:r>
            <a:r>
              <a:rPr sz="1400" spc="-64" dirty="0">
                <a:solidFill>
                  <a:schemeClr val="tx1"/>
                </a:solidFill>
                <a:latin typeface="Tahoma"/>
                <a:cs typeface="Tahoma"/>
              </a:rPr>
              <a:t> </a:t>
            </a:r>
            <a:r>
              <a:rPr sz="1400" spc="-32" dirty="0" err="1">
                <a:solidFill>
                  <a:schemeClr val="tx1"/>
                </a:solidFill>
                <a:latin typeface="Tahoma"/>
                <a:cs typeface="Tahoma"/>
              </a:rPr>
              <a:t>ve</a:t>
            </a:r>
            <a:r>
              <a:rPr sz="1400" spc="-64" dirty="0">
                <a:solidFill>
                  <a:schemeClr val="tx1"/>
                </a:solidFill>
                <a:latin typeface="Tahoma"/>
                <a:cs typeface="Tahoma"/>
              </a:rPr>
              <a:t> </a:t>
            </a:r>
            <a:r>
              <a:rPr sz="1400" spc="-6" dirty="0" err="1">
                <a:solidFill>
                  <a:schemeClr val="tx1"/>
                </a:solidFill>
                <a:latin typeface="Tahoma"/>
                <a:cs typeface="Tahoma"/>
              </a:rPr>
              <a:t>disiplinler</a:t>
            </a:r>
            <a:r>
              <a:rPr sz="1400" spc="-6" dirty="0">
                <a:solidFill>
                  <a:schemeClr val="tx1"/>
                </a:solidFill>
                <a:latin typeface="Tahoma"/>
                <a:cs typeface="Tahoma"/>
              </a:rPr>
              <a:t> </a:t>
            </a:r>
            <a:r>
              <a:rPr sz="1400" spc="-19" dirty="0" err="1">
                <a:solidFill>
                  <a:schemeClr val="tx1"/>
                </a:solidFill>
                <a:latin typeface="Tahoma"/>
                <a:cs typeface="Tahoma"/>
              </a:rPr>
              <a:t>arası</a:t>
            </a:r>
            <a:r>
              <a:rPr sz="1400" spc="-45" dirty="0">
                <a:solidFill>
                  <a:schemeClr val="tx1"/>
                </a:solidFill>
                <a:latin typeface="Tahoma"/>
                <a:cs typeface="Tahoma"/>
              </a:rPr>
              <a:t> </a:t>
            </a:r>
            <a:r>
              <a:rPr sz="1400" spc="-13" dirty="0" err="1">
                <a:solidFill>
                  <a:schemeClr val="tx1"/>
                </a:solidFill>
                <a:latin typeface="Tahoma"/>
                <a:cs typeface="Tahoma"/>
              </a:rPr>
              <a:t>teknik</a:t>
            </a:r>
            <a:r>
              <a:rPr sz="1400" spc="-42" dirty="0">
                <a:solidFill>
                  <a:schemeClr val="tx1"/>
                </a:solidFill>
                <a:latin typeface="Tahoma"/>
                <a:cs typeface="Tahoma"/>
              </a:rPr>
              <a:t> </a:t>
            </a:r>
            <a:r>
              <a:rPr sz="1400" spc="-19" dirty="0" err="1">
                <a:solidFill>
                  <a:schemeClr val="tx1"/>
                </a:solidFill>
                <a:latin typeface="Tahoma"/>
                <a:cs typeface="Tahoma"/>
              </a:rPr>
              <a:t>koordinasyon</a:t>
            </a:r>
            <a:r>
              <a:rPr sz="1400" spc="-45" dirty="0">
                <a:solidFill>
                  <a:schemeClr val="tx1"/>
                </a:solidFill>
                <a:latin typeface="Tahoma"/>
                <a:cs typeface="Tahoma"/>
              </a:rPr>
              <a:t> </a:t>
            </a:r>
            <a:r>
              <a:rPr sz="1400" spc="-13" dirty="0" err="1">
                <a:solidFill>
                  <a:schemeClr val="tx1"/>
                </a:solidFill>
                <a:latin typeface="Tahoma"/>
                <a:cs typeface="Tahoma"/>
              </a:rPr>
              <a:t>süreçlerini</a:t>
            </a:r>
            <a:r>
              <a:rPr sz="1400" spc="-42" dirty="0">
                <a:solidFill>
                  <a:schemeClr val="tx1"/>
                </a:solidFill>
                <a:latin typeface="Tahoma"/>
                <a:cs typeface="Tahoma"/>
              </a:rPr>
              <a:t> </a:t>
            </a:r>
            <a:r>
              <a:rPr sz="1400" spc="-6" dirty="0" err="1">
                <a:solidFill>
                  <a:schemeClr val="tx1"/>
                </a:solidFill>
                <a:latin typeface="Tahoma"/>
                <a:cs typeface="Tahoma"/>
              </a:rPr>
              <a:t>yönetmektedir</a:t>
            </a:r>
            <a:r>
              <a:rPr sz="1400" spc="-6" dirty="0">
                <a:solidFill>
                  <a:schemeClr val="tx1"/>
                </a:solidFill>
                <a:latin typeface="Tahoma"/>
                <a:cs typeface="Tahoma"/>
              </a:rPr>
              <a:t>.</a:t>
            </a:r>
            <a:endParaRPr sz="1400" spc="-6" dirty="0">
              <a:solidFill>
                <a:schemeClr val="tx1"/>
              </a:solidFill>
              <a:latin typeface="Tahoma"/>
              <a:ea typeface="Tahoma"/>
              <a:cs typeface="Tahoma"/>
            </a:endParaRPr>
          </a:p>
          <a:p>
            <a:pPr marR="3175">
              <a:lnSpc>
                <a:spcPct val="109400"/>
              </a:lnSpc>
            </a:pPr>
            <a:endParaRPr lang="tr-TR" sz="700" spc="-6" dirty="0">
              <a:solidFill>
                <a:srgbClr val="2C3E50"/>
              </a:solidFill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77671" y="2577619"/>
            <a:ext cx="9911523" cy="909620"/>
          </a:xfrm>
          <a:prstGeom prst="rect">
            <a:avLst/>
          </a:prstGeom>
        </p:spPr>
        <p:txBody>
          <a:bodyPr vert="horz" wrap="square" lIns="0" tIns="17919" rIns="0" bIns="0" rtlCol="0" anchor="t">
            <a:spAutoFit/>
          </a:bodyPr>
          <a:lstStyle/>
          <a:p>
            <a:pPr>
              <a:spcBef>
                <a:spcPts val="141"/>
              </a:spcBef>
              <a:tabLst>
                <a:tab pos="3534310" algn="l"/>
              </a:tabLst>
            </a:pPr>
            <a:r>
              <a:rPr sz="1400" b="1" spc="-13" dirty="0">
                <a:solidFill>
                  <a:srgbClr val="0A1225"/>
                </a:solidFill>
                <a:latin typeface="Trebuchet MS"/>
                <a:cs typeface="Trebuchet MS"/>
              </a:rPr>
              <a:t>Sena</a:t>
            </a:r>
            <a:r>
              <a:rPr sz="1400" b="1" spc="-61" dirty="0">
                <a:solidFill>
                  <a:srgbClr val="0A1225"/>
                </a:solidFill>
                <a:latin typeface="Trebuchet MS"/>
                <a:cs typeface="Trebuchet MS"/>
              </a:rPr>
              <a:t> </a:t>
            </a:r>
            <a:r>
              <a:rPr lang="tr-TR" sz="1400" b="1" spc="-61">
                <a:solidFill>
                  <a:srgbClr val="0A1225"/>
                </a:solidFill>
                <a:latin typeface="Trebuchet MS"/>
                <a:cs typeface="Trebuchet MS"/>
              </a:rPr>
              <a:t>Z.</a:t>
            </a:r>
            <a:r>
              <a:rPr lang="tr-TR" sz="1400" b="1" spc="-32" dirty="0">
                <a:solidFill>
                  <a:srgbClr val="0A1225"/>
                </a:solidFill>
                <a:latin typeface="Trebuchet MS"/>
                <a:cs typeface="Trebuchet MS"/>
              </a:rPr>
              <a:t> </a:t>
            </a:r>
            <a:r>
              <a:rPr lang="tr-TR" sz="1400" b="1" spc="-6">
                <a:solidFill>
                  <a:srgbClr val="0A1225"/>
                </a:solidFill>
                <a:latin typeface="Trebuchet MS"/>
                <a:cs typeface="Trebuchet MS"/>
              </a:rPr>
              <a:t>HAFIZOĞLU                                                                                                                                  </a:t>
            </a:r>
            <a:r>
              <a:rPr sz="1400" dirty="0">
                <a:solidFill>
                  <a:srgbClr val="FF0000"/>
                </a:solidFill>
                <a:latin typeface="Trebuchet MS"/>
                <a:cs typeface="Trebuchet MS"/>
              </a:rPr>
              <a:t>	</a:t>
            </a:r>
            <a:endParaRPr lang="tr-TR" sz="1400" spc="-16" dirty="0">
              <a:solidFill>
                <a:srgbClr val="FF0000"/>
              </a:solidFill>
              <a:latin typeface="Tahoma"/>
              <a:ea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7"/>
              </a:spcBef>
            </a:pPr>
            <a:r>
              <a:rPr sz="1400" spc="-45" dirty="0" err="1">
                <a:solidFill>
                  <a:schemeClr val="tx1"/>
                </a:solidFill>
                <a:latin typeface="Tahoma"/>
                <a:cs typeface="Tahoma"/>
              </a:rPr>
              <a:t>Yapay</a:t>
            </a:r>
            <a:r>
              <a:rPr sz="1400" spc="-64" dirty="0">
                <a:solidFill>
                  <a:schemeClr val="tx1"/>
                </a:solidFill>
                <a:latin typeface="Tahoma"/>
                <a:cs typeface="Tahoma"/>
              </a:rPr>
              <a:t> </a:t>
            </a:r>
            <a:r>
              <a:rPr sz="1400" spc="-26" dirty="0">
                <a:solidFill>
                  <a:schemeClr val="tx1"/>
                </a:solidFill>
                <a:latin typeface="Tahoma"/>
                <a:cs typeface="Tahoma"/>
              </a:rPr>
              <a:t>Zeka</a:t>
            </a:r>
            <a:r>
              <a:rPr sz="1400" spc="-64" dirty="0">
                <a:solidFill>
                  <a:schemeClr val="tx1"/>
                </a:solidFill>
                <a:latin typeface="Tahoma"/>
                <a:cs typeface="Tahoma"/>
              </a:rPr>
              <a:t> </a:t>
            </a:r>
            <a:r>
              <a:rPr sz="1400" spc="-13" dirty="0" err="1">
                <a:solidFill>
                  <a:schemeClr val="tx1"/>
                </a:solidFill>
                <a:latin typeface="Tahoma"/>
                <a:cs typeface="Tahoma"/>
              </a:rPr>
              <a:t>Mühendisliği</a:t>
            </a:r>
            <a:r>
              <a:rPr sz="1400" spc="-64" dirty="0">
                <a:solidFill>
                  <a:schemeClr val="tx1"/>
                </a:solidFill>
                <a:latin typeface="Tahoma"/>
                <a:cs typeface="Tahoma"/>
              </a:rPr>
              <a:t> </a:t>
            </a:r>
            <a:r>
              <a:rPr sz="1400" spc="-55" dirty="0">
                <a:solidFill>
                  <a:schemeClr val="tx1"/>
                </a:solidFill>
                <a:latin typeface="Tahoma"/>
                <a:cs typeface="Tahoma"/>
              </a:rPr>
              <a:t>–</a:t>
            </a:r>
            <a:r>
              <a:rPr sz="1400" spc="-64" dirty="0">
                <a:solidFill>
                  <a:schemeClr val="tx1"/>
                </a:solidFill>
                <a:latin typeface="Tahoma"/>
                <a:cs typeface="Tahoma"/>
              </a:rPr>
              <a:t> </a:t>
            </a:r>
            <a:r>
              <a:rPr lang="tr-TR" sz="1400" spc="-45" dirty="0">
                <a:solidFill>
                  <a:schemeClr val="tx1"/>
                </a:solidFill>
                <a:latin typeface="Tahoma"/>
                <a:cs typeface="Tahoma"/>
              </a:rPr>
              <a:t>AR-</a:t>
            </a:r>
            <a:r>
              <a:rPr lang="tr-TR" sz="1400" spc="-16" dirty="0">
                <a:solidFill>
                  <a:schemeClr val="tx1"/>
                </a:solidFill>
                <a:latin typeface="Tahoma"/>
                <a:cs typeface="Tahoma"/>
              </a:rPr>
              <a:t>GE</a:t>
            </a:r>
            <a:endParaRPr sz="1400" dirty="0">
              <a:solidFill>
                <a:schemeClr val="tx1"/>
              </a:solidFill>
              <a:latin typeface="Tahoma"/>
              <a:ea typeface="Tahoma"/>
              <a:cs typeface="Tahoma"/>
            </a:endParaRPr>
          </a:p>
          <a:p>
            <a:pPr marR="3175">
              <a:lnSpc>
                <a:spcPct val="109400"/>
              </a:lnSpc>
            </a:pPr>
            <a:r>
              <a:rPr sz="1400" spc="-19" dirty="0">
                <a:solidFill>
                  <a:schemeClr val="tx1"/>
                </a:solidFill>
                <a:latin typeface="Tahoma"/>
                <a:cs typeface="Tahoma"/>
              </a:rPr>
              <a:t>Derin</a:t>
            </a:r>
            <a:r>
              <a:rPr sz="1400" spc="-26" dirty="0">
                <a:solidFill>
                  <a:schemeClr val="tx1"/>
                </a:solidFill>
                <a:latin typeface="Tahoma"/>
                <a:cs typeface="Tahoma"/>
              </a:rPr>
              <a:t> </a:t>
            </a:r>
            <a:r>
              <a:rPr sz="1400" spc="-26" dirty="0" err="1">
                <a:solidFill>
                  <a:schemeClr val="tx1"/>
                </a:solidFill>
                <a:latin typeface="Tahoma"/>
                <a:cs typeface="Tahoma"/>
              </a:rPr>
              <a:t>öğrenme</a:t>
            </a:r>
            <a:r>
              <a:rPr sz="1400" spc="-29" dirty="0">
                <a:solidFill>
                  <a:schemeClr val="tx1"/>
                </a:solidFill>
                <a:latin typeface="Tahoma"/>
                <a:cs typeface="Tahoma"/>
              </a:rPr>
              <a:t> </a:t>
            </a:r>
            <a:r>
              <a:rPr sz="1400" spc="-6" dirty="0" err="1">
                <a:solidFill>
                  <a:schemeClr val="tx1"/>
                </a:solidFill>
                <a:latin typeface="Tahoma"/>
                <a:cs typeface="Tahoma"/>
              </a:rPr>
              <a:t>mimarilerinin</a:t>
            </a:r>
            <a:r>
              <a:rPr sz="1400" spc="-22" dirty="0">
                <a:solidFill>
                  <a:schemeClr val="tx1"/>
                </a:solidFill>
                <a:latin typeface="Tahoma"/>
                <a:cs typeface="Tahoma"/>
              </a:rPr>
              <a:t> </a:t>
            </a:r>
            <a:r>
              <a:rPr sz="1400" spc="-16" dirty="0" err="1">
                <a:solidFill>
                  <a:schemeClr val="tx1"/>
                </a:solidFill>
                <a:latin typeface="Tahoma"/>
                <a:cs typeface="Tahoma"/>
              </a:rPr>
              <a:t>tasarımı</a:t>
            </a:r>
            <a:r>
              <a:rPr sz="1400" spc="-16" dirty="0">
                <a:solidFill>
                  <a:schemeClr val="tx1"/>
                </a:solidFill>
                <a:latin typeface="Tahoma"/>
                <a:cs typeface="Tahoma"/>
              </a:rPr>
              <a:t>,</a:t>
            </a:r>
            <a:r>
              <a:rPr sz="1400" spc="-19" dirty="0">
                <a:solidFill>
                  <a:schemeClr val="tx1"/>
                </a:solidFill>
                <a:latin typeface="Tahoma"/>
                <a:cs typeface="Tahoma"/>
              </a:rPr>
              <a:t> </a:t>
            </a:r>
            <a:r>
              <a:rPr sz="1400" spc="-13" dirty="0">
                <a:solidFill>
                  <a:schemeClr val="tx1"/>
                </a:solidFill>
                <a:latin typeface="Tahoma"/>
                <a:cs typeface="Tahoma"/>
              </a:rPr>
              <a:t>model</a:t>
            </a:r>
            <a:r>
              <a:rPr sz="1400" spc="-22" dirty="0">
                <a:solidFill>
                  <a:schemeClr val="tx1"/>
                </a:solidFill>
                <a:latin typeface="Tahoma"/>
                <a:cs typeface="Tahoma"/>
              </a:rPr>
              <a:t> </a:t>
            </a:r>
            <a:r>
              <a:rPr sz="1400" spc="-13" dirty="0" err="1">
                <a:solidFill>
                  <a:schemeClr val="tx1"/>
                </a:solidFill>
                <a:latin typeface="Tahoma"/>
                <a:cs typeface="Tahoma"/>
              </a:rPr>
              <a:t>eğitimi</a:t>
            </a:r>
            <a:r>
              <a:rPr sz="1400" spc="-13" dirty="0">
                <a:solidFill>
                  <a:schemeClr val="tx1"/>
                </a:solidFill>
                <a:latin typeface="Tahoma"/>
                <a:cs typeface="Tahoma"/>
              </a:rPr>
              <a:t>,</a:t>
            </a:r>
            <a:r>
              <a:rPr sz="1400" spc="-19" dirty="0">
                <a:solidFill>
                  <a:schemeClr val="tx1"/>
                </a:solidFill>
                <a:latin typeface="Tahoma"/>
                <a:cs typeface="Tahoma"/>
              </a:rPr>
              <a:t> </a:t>
            </a:r>
            <a:r>
              <a:rPr sz="1400" spc="-19" dirty="0" err="1">
                <a:solidFill>
                  <a:schemeClr val="tx1"/>
                </a:solidFill>
                <a:latin typeface="Tahoma"/>
                <a:cs typeface="Tahoma"/>
              </a:rPr>
              <a:t>hiperparametre</a:t>
            </a:r>
            <a:r>
              <a:rPr sz="1400" spc="-26" dirty="0">
                <a:solidFill>
                  <a:schemeClr val="tx1"/>
                </a:solidFill>
                <a:latin typeface="Tahoma"/>
                <a:cs typeface="Tahoma"/>
              </a:rPr>
              <a:t> </a:t>
            </a:r>
            <a:r>
              <a:rPr sz="1400" spc="-16" dirty="0" err="1">
                <a:solidFill>
                  <a:schemeClr val="tx1"/>
                </a:solidFill>
                <a:latin typeface="Tahoma"/>
                <a:cs typeface="Tahoma"/>
              </a:rPr>
              <a:t>optimizasyonu</a:t>
            </a:r>
            <a:r>
              <a:rPr sz="1400" spc="-26" dirty="0">
                <a:solidFill>
                  <a:schemeClr val="tx1"/>
                </a:solidFill>
                <a:latin typeface="Tahoma"/>
                <a:cs typeface="Tahoma"/>
              </a:rPr>
              <a:t> </a:t>
            </a:r>
            <a:r>
              <a:rPr sz="1400" spc="-29" dirty="0" err="1">
                <a:solidFill>
                  <a:schemeClr val="tx1"/>
                </a:solidFill>
                <a:latin typeface="Tahoma"/>
                <a:cs typeface="Tahoma"/>
              </a:rPr>
              <a:t>ve</a:t>
            </a:r>
            <a:r>
              <a:rPr sz="1400" spc="-26" dirty="0">
                <a:solidFill>
                  <a:schemeClr val="tx1"/>
                </a:solidFill>
                <a:latin typeface="Tahoma"/>
                <a:cs typeface="Tahoma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Tahoma"/>
                <a:cs typeface="Tahoma"/>
              </a:rPr>
              <a:t>ileri</a:t>
            </a:r>
            <a:r>
              <a:rPr sz="1400" spc="-26" dirty="0">
                <a:solidFill>
                  <a:schemeClr val="tx1"/>
                </a:solidFill>
                <a:latin typeface="Tahoma"/>
                <a:cs typeface="Tahoma"/>
              </a:rPr>
              <a:t> </a:t>
            </a:r>
            <a:r>
              <a:rPr sz="1400" spc="-6" dirty="0" err="1">
                <a:solidFill>
                  <a:schemeClr val="tx1"/>
                </a:solidFill>
                <a:latin typeface="Tahoma"/>
                <a:cs typeface="Tahoma"/>
              </a:rPr>
              <a:t>seviye</a:t>
            </a:r>
            <a:r>
              <a:rPr sz="1400" spc="-6" dirty="0">
                <a:solidFill>
                  <a:schemeClr val="tx1"/>
                </a:solidFill>
                <a:latin typeface="Tahoma"/>
                <a:cs typeface="Tahoma"/>
              </a:rPr>
              <a:t> </a:t>
            </a:r>
            <a:r>
              <a:rPr sz="1400" spc="-29" dirty="0" err="1">
                <a:solidFill>
                  <a:schemeClr val="tx1"/>
                </a:solidFill>
                <a:latin typeface="Tahoma"/>
                <a:cs typeface="Tahoma"/>
              </a:rPr>
              <a:t>yapay</a:t>
            </a:r>
            <a:r>
              <a:rPr sz="1400" spc="-45" dirty="0">
                <a:solidFill>
                  <a:schemeClr val="tx1"/>
                </a:solidFill>
                <a:latin typeface="Tahoma"/>
                <a:cs typeface="Tahoma"/>
              </a:rPr>
              <a:t> </a:t>
            </a:r>
            <a:r>
              <a:rPr sz="1400" spc="-26" dirty="0" err="1">
                <a:solidFill>
                  <a:schemeClr val="tx1"/>
                </a:solidFill>
                <a:latin typeface="Tahoma"/>
                <a:cs typeface="Tahoma"/>
              </a:rPr>
              <a:t>zeka</a:t>
            </a:r>
            <a:r>
              <a:rPr sz="1400" spc="-45" dirty="0">
                <a:solidFill>
                  <a:schemeClr val="tx1"/>
                </a:solidFill>
                <a:latin typeface="Tahoma"/>
                <a:cs typeface="Tahoma"/>
              </a:rPr>
              <a:t> </a:t>
            </a:r>
            <a:r>
              <a:rPr sz="1400" spc="-16" dirty="0" err="1">
                <a:solidFill>
                  <a:schemeClr val="tx1"/>
                </a:solidFill>
                <a:latin typeface="Tahoma"/>
                <a:cs typeface="Tahoma"/>
              </a:rPr>
              <a:t>araştırmaları</a:t>
            </a:r>
            <a:r>
              <a:rPr sz="1400" spc="-45" dirty="0">
                <a:solidFill>
                  <a:schemeClr val="tx1"/>
                </a:solidFill>
                <a:latin typeface="Tahoma"/>
                <a:cs typeface="Tahoma"/>
              </a:rPr>
              <a:t> </a:t>
            </a:r>
            <a:r>
              <a:rPr sz="1400" spc="-6" dirty="0" err="1">
                <a:solidFill>
                  <a:schemeClr val="tx1"/>
                </a:solidFill>
                <a:latin typeface="Tahoma"/>
                <a:cs typeface="Tahoma"/>
              </a:rPr>
              <a:t>yürütmektedir</a:t>
            </a:r>
            <a:r>
              <a:rPr sz="1400" spc="-6" dirty="0">
                <a:solidFill>
                  <a:schemeClr val="tx1"/>
                </a:solidFill>
                <a:latin typeface="Tahoma"/>
                <a:cs typeface="Tahoma"/>
              </a:rPr>
              <a:t>.</a:t>
            </a:r>
            <a:endParaRPr sz="1400">
              <a:solidFill>
                <a:schemeClr val="tx1"/>
              </a:solidFill>
              <a:latin typeface="Tahoma"/>
              <a:cs typeface="Tahoma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738" rIns="0" bIns="0" rtlCol="0">
            <a:spAutoFit/>
          </a:bodyPr>
          <a:lstStyle/>
          <a:p>
            <a:pPr marL="24434">
              <a:lnSpc>
                <a:spcPct val="100000"/>
              </a:lnSpc>
              <a:spcBef>
                <a:spcPts val="61"/>
              </a:spcBef>
            </a:pPr>
            <a:fld id="{81D60167-4931-47E6-BA6A-407CBD079E47}" type="slidenum">
              <a:rPr spc="-32" dirty="0"/>
              <a:pPr marL="24434">
                <a:lnSpc>
                  <a:spcPct val="100000"/>
                </a:lnSpc>
                <a:spcBef>
                  <a:spcPts val="61"/>
                </a:spcBef>
              </a:pPr>
              <a:t>4</a:t>
            </a:fld>
            <a:endParaRPr spc="-32" dirty="0"/>
          </a:p>
        </p:txBody>
      </p:sp>
      <p:sp>
        <p:nvSpPr>
          <p:cNvPr id="20" name="Metin kutusu 19">
            <a:extLst>
              <a:ext uri="{FF2B5EF4-FFF2-40B4-BE49-F238E27FC236}">
                <a16:creationId xmlns:a16="http://schemas.microsoft.com/office/drawing/2014/main" id="{F3AEC9FA-D131-5B8D-C392-AECDC5A3B196}"/>
              </a:ext>
            </a:extLst>
          </p:cNvPr>
          <p:cNvSpPr txBox="1"/>
          <p:nvPr/>
        </p:nvSpPr>
        <p:spPr>
          <a:xfrm>
            <a:off x="1294258" y="3908381"/>
            <a:ext cx="10080170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tr-TR" sz="1400" b="1" dirty="0">
                <a:latin typeface="Trebuchet MS"/>
              </a:rPr>
              <a:t>Furkan TAŞDELEN </a:t>
            </a:r>
            <a:r>
              <a:rPr lang="tr-TR" sz="1400" b="1">
                <a:solidFill>
                  <a:srgbClr val="000000"/>
                </a:solidFill>
                <a:latin typeface="Trebuchet MS"/>
              </a:rPr>
              <a:t>                                                                                                                                                    </a:t>
            </a:r>
            <a:endParaRPr lang="tr-TR" sz="1400" b="1">
              <a:solidFill>
                <a:srgbClr val="FF0000"/>
              </a:solidFill>
              <a:latin typeface="Trebuchet MS"/>
            </a:endParaRPr>
          </a:p>
          <a:p>
            <a:pPr algn="l"/>
            <a:r>
              <a:rPr lang="tr-TR" sz="1400">
                <a:latin typeface="Tahoma"/>
                <a:ea typeface="Tahoma"/>
                <a:cs typeface="Tahoma"/>
              </a:rPr>
              <a:t>Bilgisayar Programcılığı – Backend Geliştirme ve Veritabanı Yönetimi Sunucu taraflı geliştirme, veritabanı tasarımı ve performans optimizasyonu konularında çalışır.</a:t>
            </a:r>
          </a:p>
        </p:txBody>
      </p:sp>
      <p:sp>
        <p:nvSpPr>
          <p:cNvPr id="21" name="Metin kutusu 20">
            <a:extLst>
              <a:ext uri="{FF2B5EF4-FFF2-40B4-BE49-F238E27FC236}">
                <a16:creationId xmlns:a16="http://schemas.microsoft.com/office/drawing/2014/main" id="{431A9219-63A7-F4C0-DC75-C7908C6CE84D}"/>
              </a:ext>
            </a:extLst>
          </p:cNvPr>
          <p:cNvSpPr txBox="1"/>
          <p:nvPr/>
        </p:nvSpPr>
        <p:spPr>
          <a:xfrm>
            <a:off x="1296633" y="5360300"/>
            <a:ext cx="10081678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tr-TR" sz="1400" b="1" dirty="0">
                <a:latin typeface="Trebuchet MS"/>
              </a:rPr>
              <a:t>Arda ELİBÜYÜK </a:t>
            </a:r>
            <a:r>
              <a:rPr lang="tr-TR" sz="1400" b="1" dirty="0">
                <a:solidFill>
                  <a:srgbClr val="000000"/>
                </a:solidFill>
                <a:latin typeface="Trebuchet MS"/>
              </a:rPr>
              <a:t>                                                                                                                                                       </a:t>
            </a:r>
            <a:r>
              <a:rPr lang="tr-TR" sz="1400" b="1">
                <a:solidFill>
                  <a:srgbClr val="FF0000"/>
                </a:solidFill>
                <a:latin typeface="Trebuchet MS"/>
              </a:rPr>
              <a:t> </a:t>
            </a:r>
            <a:endParaRPr lang="tr-TR" sz="1400" b="1">
              <a:solidFill>
                <a:srgbClr val="FF0000"/>
              </a:solidFill>
            </a:endParaRPr>
          </a:p>
          <a:p>
            <a:pPr algn="l"/>
            <a:r>
              <a:rPr lang="tr-TR" sz="1400">
                <a:latin typeface="Tahoma"/>
                <a:ea typeface="Tahoma"/>
                <a:cs typeface="Tahoma"/>
              </a:rPr>
              <a:t>Bilgisayar Programcılığı – Yazılım Geliştirme ve Entegrasyon Proje yazılım altyapısının geliştirilmesi, API entegrasyonları ve sistem mimarisi üzerine çalışır.</a:t>
            </a:r>
          </a:p>
        </p:txBody>
      </p:sp>
      <p:sp>
        <p:nvSpPr>
          <p:cNvPr id="6" name="Dikdörtgen 5">
            <a:extLst>
              <a:ext uri="{FF2B5EF4-FFF2-40B4-BE49-F238E27FC236}">
                <a16:creationId xmlns:a16="http://schemas.microsoft.com/office/drawing/2014/main" id="{89044AA5-2497-3B6E-D974-E4407D683B87}"/>
              </a:ext>
            </a:extLst>
          </p:cNvPr>
          <p:cNvSpPr/>
          <p:nvPr/>
        </p:nvSpPr>
        <p:spPr>
          <a:xfrm>
            <a:off x="1284945" y="1071926"/>
            <a:ext cx="10080171" cy="12192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7" name="Dikdörtgen 6">
            <a:extLst>
              <a:ext uri="{FF2B5EF4-FFF2-40B4-BE49-F238E27FC236}">
                <a16:creationId xmlns:a16="http://schemas.microsoft.com/office/drawing/2014/main" id="{12658114-BEBB-8F0B-D464-7620D034F94F}"/>
              </a:ext>
            </a:extLst>
          </p:cNvPr>
          <p:cNvSpPr/>
          <p:nvPr/>
        </p:nvSpPr>
        <p:spPr>
          <a:xfrm>
            <a:off x="1290281" y="2500413"/>
            <a:ext cx="10087428" cy="107405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A857B091-14E9-0E89-D0E6-E51D083ADDBD}"/>
              </a:ext>
            </a:extLst>
          </p:cNvPr>
          <p:cNvSpPr/>
          <p:nvPr/>
        </p:nvSpPr>
        <p:spPr>
          <a:xfrm>
            <a:off x="1280356" y="3814068"/>
            <a:ext cx="10093973" cy="110170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9" name="Dikdörtgen 8">
            <a:extLst>
              <a:ext uri="{FF2B5EF4-FFF2-40B4-BE49-F238E27FC236}">
                <a16:creationId xmlns:a16="http://schemas.microsoft.com/office/drawing/2014/main" id="{ED91F658-7291-BEF3-0D52-D0E6E5291546}"/>
              </a:ext>
            </a:extLst>
          </p:cNvPr>
          <p:cNvSpPr/>
          <p:nvPr/>
        </p:nvSpPr>
        <p:spPr>
          <a:xfrm>
            <a:off x="1273099" y="5158671"/>
            <a:ext cx="10103899" cy="113147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6">
            <a:extLst>
              <a:ext uri="{FF2B5EF4-FFF2-40B4-BE49-F238E27FC236}">
                <a16:creationId xmlns:a16="http://schemas.microsoft.com/office/drawing/2014/main" id="{94087E04-C99E-4195-8EBA-1BD4C45117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2" name="Resim 1">
            <a:extLst>
              <a:ext uri="{FF2B5EF4-FFF2-40B4-BE49-F238E27FC236}">
                <a16:creationId xmlns:a16="http://schemas.microsoft.com/office/drawing/2014/main" id="{1A7E3651-D652-5EFB-9414-DA58A6BFA4B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85" b="1"/>
          <a:stretch>
            <a:fillRect/>
          </a:stretch>
        </p:blipFill>
        <p:spPr>
          <a:xfrm>
            <a:off x="0" y="-7257"/>
            <a:ext cx="12191998" cy="6857998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611023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4087E04-C99E-4195-8EBA-1BD4C45117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2" name="Resim 1">
            <a:extLst>
              <a:ext uri="{FF2B5EF4-FFF2-40B4-BE49-F238E27FC236}">
                <a16:creationId xmlns:a16="http://schemas.microsoft.com/office/drawing/2014/main" id="{D5F65C00-0D5F-90C6-67AE-C389033FB8C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756" b="-1"/>
          <a:stretch>
            <a:fillRect/>
          </a:stretch>
        </p:blipFill>
        <p:spPr>
          <a:xfrm>
            <a:off x="1" y="7258"/>
            <a:ext cx="12191997" cy="685074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925379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279" y="141778"/>
            <a:ext cx="402765" cy="115893"/>
          </a:xfrm>
          <a:prstGeom prst="rect">
            <a:avLst/>
          </a:prstGeom>
        </p:spPr>
        <p:txBody>
          <a:bodyPr vert="horz" wrap="square" lIns="0" tIns="7330" rIns="0" bIns="0" rtlCol="0" anchor="t">
            <a:spAutoFit/>
          </a:bodyPr>
          <a:lstStyle/>
          <a:p>
            <a:pPr marL="7620">
              <a:lnSpc>
                <a:spcPct val="100000"/>
              </a:lnSpc>
              <a:spcBef>
                <a:spcPts val="58"/>
              </a:spcBef>
            </a:pPr>
            <a:r>
              <a:rPr sz="705" i="1" spc="-38" dirty="0">
                <a:solidFill>
                  <a:srgbClr val="CC0000"/>
                </a:solidFill>
                <a:latin typeface="Trebuchet MS"/>
                <a:cs typeface="Trebuchet MS"/>
              </a:rPr>
              <a:t>KARONEXT</a:t>
            </a:r>
            <a:endParaRPr sz="705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268885" y="141778"/>
            <a:ext cx="630007" cy="115893"/>
          </a:xfrm>
          <a:prstGeom prst="rect">
            <a:avLst/>
          </a:prstGeom>
        </p:spPr>
        <p:txBody>
          <a:bodyPr vert="horz" wrap="square" lIns="0" tIns="7330" rIns="0" bIns="0" rtlCol="0" anchor="t">
            <a:spAutoFit/>
          </a:bodyPr>
          <a:lstStyle/>
          <a:p>
            <a:pPr marL="7620">
              <a:lnSpc>
                <a:spcPct val="100000"/>
              </a:lnSpc>
              <a:spcBef>
                <a:spcPts val="58"/>
              </a:spcBef>
            </a:pPr>
            <a:r>
              <a:rPr sz="705" i="1" spc="-35" dirty="0">
                <a:solidFill>
                  <a:srgbClr val="CC0000"/>
                </a:solidFill>
                <a:latin typeface="Trebuchet MS"/>
                <a:cs typeface="Trebuchet MS"/>
              </a:rPr>
              <a:t>TEKNOFEST</a:t>
            </a:r>
            <a:r>
              <a:rPr sz="705" i="1" spc="-26" dirty="0">
                <a:solidFill>
                  <a:srgbClr val="CC0000"/>
                </a:solidFill>
                <a:latin typeface="Trebuchet MS"/>
                <a:cs typeface="Trebuchet MS"/>
              </a:rPr>
              <a:t> </a:t>
            </a:r>
            <a:r>
              <a:rPr sz="705" i="1" spc="-29" dirty="0">
                <a:solidFill>
                  <a:srgbClr val="CC0000"/>
                </a:solidFill>
                <a:latin typeface="Trebuchet MS"/>
                <a:cs typeface="Trebuchet MS"/>
              </a:rPr>
              <a:t>2026</a:t>
            </a:r>
            <a:endParaRPr sz="705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365994" y="402264"/>
            <a:ext cx="4616592" cy="840454"/>
          </a:xfrm>
          <a:prstGeom prst="rect">
            <a:avLst/>
          </a:prstGeom>
        </p:spPr>
        <p:txBody>
          <a:bodyPr vert="horz" wrap="square" lIns="0" tIns="9366" rIns="0" bIns="0" rtlCol="0" anchor="t">
            <a:spAutoFit/>
          </a:bodyPr>
          <a:lstStyle/>
          <a:p>
            <a:pPr marL="7620">
              <a:spcBef>
                <a:spcPts val="73"/>
              </a:spcBef>
            </a:pPr>
            <a:r>
              <a:rPr lang="tr-TR" sz="2000" b="1" spc="-35" dirty="0">
                <a:solidFill>
                  <a:srgbClr val="CC0000"/>
                </a:solidFill>
                <a:latin typeface="Trebuchet MS"/>
                <a:cs typeface="Trebuchet MS"/>
              </a:rPr>
              <a:t> </a:t>
            </a:r>
            <a:r>
              <a:rPr sz="2000" b="1" spc="-35" dirty="0">
                <a:solidFill>
                  <a:srgbClr val="CC0000"/>
                </a:solidFill>
                <a:latin typeface="Trebuchet MS"/>
                <a:cs typeface="Trebuchet MS"/>
              </a:rPr>
              <a:t> </a:t>
            </a:r>
            <a:r>
              <a:rPr lang="tr-TR" sz="2000" b="1" i="1" spc="-35" dirty="0">
                <a:solidFill>
                  <a:srgbClr val="CC0000"/>
                </a:solidFill>
                <a:latin typeface="Trebuchet MS"/>
                <a:cs typeface="Trebuchet MS"/>
              </a:rPr>
              <a:t> </a:t>
            </a:r>
            <a:r>
              <a:rPr sz="2000" b="1" i="1" spc="-35" dirty="0" err="1">
                <a:solidFill>
                  <a:srgbClr val="CC0000"/>
                </a:solidFill>
                <a:latin typeface="Trebuchet MS"/>
                <a:cs typeface="Trebuchet MS"/>
              </a:rPr>
              <a:t>Takım</a:t>
            </a:r>
            <a:r>
              <a:rPr sz="2000" b="1" i="1" spc="-115" dirty="0">
                <a:solidFill>
                  <a:srgbClr val="CC0000"/>
                </a:solidFill>
                <a:latin typeface="Trebuchet MS"/>
                <a:cs typeface="Trebuchet MS"/>
              </a:rPr>
              <a:t> </a:t>
            </a:r>
            <a:r>
              <a:rPr sz="2000" b="1" i="1" spc="-32" dirty="0" err="1">
                <a:solidFill>
                  <a:srgbClr val="CC0000"/>
                </a:solidFill>
                <a:latin typeface="Trebuchet MS"/>
                <a:cs typeface="Trebuchet MS"/>
              </a:rPr>
              <a:t>Yetkinlikleri</a:t>
            </a:r>
            <a:endParaRPr i="1" dirty="0" err="1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154"/>
              </a:spcBef>
            </a:pPr>
            <a:endParaRPr sz="1200">
              <a:latin typeface="Trebuchet MS"/>
              <a:cs typeface="Trebuchet MS"/>
            </a:endParaRPr>
          </a:p>
          <a:p>
            <a:pPr marL="7620">
              <a:lnSpc>
                <a:spcPct val="100000"/>
              </a:lnSpc>
            </a:pPr>
            <a:endParaRPr sz="1200" b="1" spc="-6" dirty="0">
              <a:solidFill>
                <a:srgbClr val="CC0000"/>
              </a:solidFill>
              <a:latin typeface="Trebuchet MS"/>
              <a:cs typeface="Trebuchet M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744522" y="966291"/>
            <a:ext cx="6458508" cy="1757040"/>
          </a:xfrm>
          <a:custGeom>
            <a:avLst/>
            <a:gdLst/>
            <a:ahLst/>
            <a:cxnLst/>
            <a:rect l="l" t="t" r="r" b="b"/>
            <a:pathLst>
              <a:path w="6109970" h="1132839">
                <a:moveTo>
                  <a:pt x="6109881" y="0"/>
                </a:moveTo>
                <a:lnTo>
                  <a:pt x="0" y="0"/>
                </a:lnTo>
                <a:lnTo>
                  <a:pt x="0" y="1132408"/>
                </a:lnTo>
                <a:lnTo>
                  <a:pt x="6109881" y="1132408"/>
                </a:lnTo>
                <a:lnTo>
                  <a:pt x="6109881" y="0"/>
                </a:lnTo>
                <a:close/>
              </a:path>
            </a:pathLst>
          </a:custGeom>
          <a:solidFill>
            <a:srgbClr val="FFDFDF"/>
          </a:solidFill>
        </p:spPr>
        <p:txBody>
          <a:bodyPr wrap="square" lIns="0" tIns="0" rIns="0" bIns="0" rtlCol="0" anchor="t"/>
          <a:lstStyle/>
          <a:p>
            <a:endParaRPr sz="1200"/>
          </a:p>
        </p:txBody>
      </p:sp>
      <p:sp>
        <p:nvSpPr>
          <p:cNvPr id="7" name="object 7"/>
          <p:cNvSpPr txBox="1"/>
          <p:nvPr/>
        </p:nvSpPr>
        <p:spPr>
          <a:xfrm>
            <a:off x="2866525" y="1315979"/>
            <a:ext cx="6082894" cy="1048442"/>
          </a:xfrm>
          <a:prstGeom prst="rect">
            <a:avLst/>
          </a:prstGeom>
        </p:spPr>
        <p:txBody>
          <a:bodyPr vert="horz" wrap="square" lIns="0" tIns="24842" rIns="0" bIns="0" rtlCol="0" anchor="t">
            <a:spAutoFit/>
          </a:bodyPr>
          <a:lstStyle/>
          <a:p>
            <a:pPr marL="7620">
              <a:lnSpc>
                <a:spcPct val="100000"/>
              </a:lnSpc>
              <a:spcBef>
                <a:spcPts val="196"/>
              </a:spcBef>
            </a:pPr>
            <a:r>
              <a:rPr sz="1600" spc="-240" dirty="0">
                <a:solidFill>
                  <a:srgbClr val="CC0000"/>
                </a:solidFill>
                <a:latin typeface="Lucida Sans Unicode"/>
                <a:cs typeface="Lucida Sans Unicode"/>
              </a:rPr>
              <a:t>▷</a:t>
            </a:r>
            <a:r>
              <a:rPr sz="1600" spc="167" dirty="0">
                <a:solidFill>
                  <a:srgbClr val="CC0000"/>
                </a:solidFill>
                <a:latin typeface="Lucida Sans Unicode"/>
                <a:cs typeface="Lucida Sans Unicode"/>
              </a:rPr>
              <a:t> </a:t>
            </a:r>
            <a:r>
              <a:rPr sz="1600" b="1" spc="-13" dirty="0">
                <a:latin typeface="Trebuchet MS"/>
                <a:cs typeface="Trebuchet MS"/>
              </a:rPr>
              <a:t>Python</a:t>
            </a:r>
            <a:r>
              <a:rPr sz="1600" b="1" spc="-64" dirty="0">
                <a:latin typeface="Trebuchet MS"/>
                <a:cs typeface="Trebuchet MS"/>
              </a:rPr>
              <a:t> </a:t>
            </a:r>
            <a:r>
              <a:rPr sz="1600" spc="-55" dirty="0">
                <a:latin typeface="Tahoma"/>
                <a:cs typeface="Tahoma"/>
              </a:rPr>
              <a:t>–</a:t>
            </a:r>
            <a:r>
              <a:rPr sz="1600" spc="-73" dirty="0">
                <a:latin typeface="Tahoma"/>
                <a:cs typeface="Tahoma"/>
              </a:rPr>
              <a:t> </a:t>
            </a:r>
            <a:r>
              <a:rPr sz="1600" spc="-32" dirty="0">
                <a:latin typeface="Tahoma"/>
                <a:cs typeface="Tahoma"/>
              </a:rPr>
              <a:t>Ana</a:t>
            </a:r>
            <a:r>
              <a:rPr sz="1600" spc="-73" dirty="0">
                <a:latin typeface="Tahoma"/>
                <a:cs typeface="Tahoma"/>
              </a:rPr>
              <a:t> </a:t>
            </a:r>
            <a:r>
              <a:rPr sz="1600" spc="-19" dirty="0" err="1">
                <a:latin typeface="Tahoma"/>
                <a:cs typeface="Tahoma"/>
              </a:rPr>
              <a:t>geliştirme</a:t>
            </a:r>
            <a:r>
              <a:rPr sz="1600" spc="-77" dirty="0">
                <a:latin typeface="Tahoma"/>
                <a:cs typeface="Tahoma"/>
              </a:rPr>
              <a:t> </a:t>
            </a:r>
            <a:r>
              <a:rPr sz="1600" spc="-13" dirty="0" err="1">
                <a:latin typeface="Tahoma"/>
                <a:cs typeface="Tahoma"/>
              </a:rPr>
              <a:t>dili</a:t>
            </a:r>
            <a:endParaRPr sz="1600">
              <a:latin typeface="Tahoma"/>
              <a:cs typeface="Tahoma"/>
            </a:endParaRPr>
          </a:p>
          <a:p>
            <a:pPr marL="7620">
              <a:lnSpc>
                <a:spcPct val="100000"/>
              </a:lnSpc>
              <a:spcBef>
                <a:spcPts val="128"/>
              </a:spcBef>
            </a:pPr>
            <a:r>
              <a:rPr sz="1600" spc="-240" dirty="0">
                <a:solidFill>
                  <a:srgbClr val="CC0000"/>
                </a:solidFill>
                <a:latin typeface="Lucida Sans Unicode"/>
                <a:cs typeface="Lucida Sans Unicode"/>
              </a:rPr>
              <a:t>▷</a:t>
            </a:r>
            <a:r>
              <a:rPr sz="1600" spc="157" dirty="0">
                <a:solidFill>
                  <a:srgbClr val="CC0000"/>
                </a:solidFill>
                <a:latin typeface="Lucida Sans Unicode"/>
                <a:cs typeface="Lucida Sans Unicode"/>
              </a:rPr>
              <a:t> </a:t>
            </a:r>
            <a:r>
              <a:rPr sz="1600" b="1" spc="-32" dirty="0">
                <a:latin typeface="Trebuchet MS"/>
                <a:cs typeface="Trebuchet MS"/>
              </a:rPr>
              <a:t>C</a:t>
            </a:r>
            <a:r>
              <a:rPr sz="1600" b="1" spc="-67" dirty="0">
                <a:latin typeface="Trebuchet MS"/>
                <a:cs typeface="Trebuchet MS"/>
              </a:rPr>
              <a:t> </a:t>
            </a:r>
            <a:r>
              <a:rPr sz="1600" b="1" spc="-45" dirty="0">
                <a:latin typeface="Trebuchet MS"/>
                <a:cs typeface="Trebuchet MS"/>
              </a:rPr>
              <a:t>/</a:t>
            </a:r>
            <a:r>
              <a:rPr sz="1600" b="1" spc="-67" dirty="0">
                <a:latin typeface="Trebuchet MS"/>
                <a:cs typeface="Trebuchet MS"/>
              </a:rPr>
              <a:t> </a:t>
            </a:r>
            <a:r>
              <a:rPr sz="1600" b="1" spc="-42" dirty="0">
                <a:latin typeface="Trebuchet MS"/>
                <a:cs typeface="Trebuchet MS"/>
              </a:rPr>
              <a:t>C++</a:t>
            </a:r>
            <a:r>
              <a:rPr sz="1600" b="1" spc="-67" dirty="0">
                <a:latin typeface="Trebuchet MS"/>
                <a:cs typeface="Trebuchet MS"/>
              </a:rPr>
              <a:t> </a:t>
            </a:r>
            <a:r>
              <a:rPr sz="1600" spc="-55" dirty="0">
                <a:latin typeface="Tahoma"/>
                <a:cs typeface="Tahoma"/>
              </a:rPr>
              <a:t>–</a:t>
            </a:r>
            <a:r>
              <a:rPr sz="1600" spc="-77" dirty="0">
                <a:latin typeface="Tahoma"/>
                <a:cs typeface="Tahoma"/>
              </a:rPr>
              <a:t> </a:t>
            </a:r>
            <a:r>
              <a:rPr sz="1600" spc="-26" dirty="0" err="1">
                <a:latin typeface="Tahoma"/>
                <a:cs typeface="Tahoma"/>
              </a:rPr>
              <a:t>Performans</a:t>
            </a:r>
            <a:r>
              <a:rPr sz="1600" spc="-80" dirty="0">
                <a:latin typeface="Tahoma"/>
                <a:cs typeface="Tahoma"/>
              </a:rPr>
              <a:t> </a:t>
            </a:r>
            <a:r>
              <a:rPr sz="1600" spc="-6" dirty="0" err="1">
                <a:latin typeface="Tahoma"/>
                <a:cs typeface="Tahoma"/>
              </a:rPr>
              <a:t>kritik</a:t>
            </a:r>
            <a:endParaRPr sz="1600">
              <a:latin typeface="Tahoma"/>
              <a:cs typeface="Tahoma"/>
            </a:endParaRPr>
          </a:p>
          <a:p>
            <a:pPr marL="7620">
              <a:lnSpc>
                <a:spcPct val="100000"/>
              </a:lnSpc>
              <a:spcBef>
                <a:spcPts val="131"/>
              </a:spcBef>
            </a:pPr>
            <a:r>
              <a:rPr sz="1600" spc="-240" dirty="0">
                <a:solidFill>
                  <a:srgbClr val="CC0000"/>
                </a:solidFill>
                <a:latin typeface="Lucida Sans Unicode"/>
                <a:cs typeface="Lucida Sans Unicode"/>
              </a:rPr>
              <a:t>▷</a:t>
            </a:r>
            <a:r>
              <a:rPr sz="1600" spc="157" dirty="0">
                <a:solidFill>
                  <a:srgbClr val="CC0000"/>
                </a:solidFill>
                <a:latin typeface="Lucida Sans Unicode"/>
                <a:cs typeface="Lucida Sans Unicode"/>
              </a:rPr>
              <a:t> </a:t>
            </a:r>
            <a:r>
              <a:rPr sz="1600" b="1" spc="-29" dirty="0">
                <a:latin typeface="Trebuchet MS"/>
                <a:cs typeface="Trebuchet MS"/>
              </a:rPr>
              <a:t>TensorFlow</a:t>
            </a:r>
            <a:r>
              <a:rPr sz="1600" b="1" spc="-67" dirty="0">
                <a:latin typeface="Trebuchet MS"/>
                <a:cs typeface="Trebuchet MS"/>
              </a:rPr>
              <a:t> </a:t>
            </a:r>
            <a:r>
              <a:rPr sz="1600" spc="-55" dirty="0">
                <a:latin typeface="Tahoma"/>
                <a:cs typeface="Tahoma"/>
              </a:rPr>
              <a:t>–</a:t>
            </a:r>
            <a:r>
              <a:rPr sz="1600" spc="-77" dirty="0">
                <a:latin typeface="Tahoma"/>
                <a:cs typeface="Tahoma"/>
              </a:rPr>
              <a:t> </a:t>
            </a:r>
            <a:r>
              <a:rPr sz="1600" spc="-26" dirty="0">
                <a:latin typeface="Tahoma"/>
                <a:cs typeface="Tahoma"/>
              </a:rPr>
              <a:t>Derin</a:t>
            </a:r>
            <a:r>
              <a:rPr sz="1600" spc="-77" dirty="0">
                <a:latin typeface="Tahoma"/>
                <a:cs typeface="Tahoma"/>
              </a:rPr>
              <a:t> </a:t>
            </a:r>
            <a:r>
              <a:rPr sz="1600" spc="-6" dirty="0" err="1">
                <a:latin typeface="Tahoma"/>
                <a:cs typeface="Tahoma"/>
              </a:rPr>
              <a:t>öğrenme</a:t>
            </a:r>
            <a:endParaRPr sz="1600">
              <a:latin typeface="Tahoma"/>
              <a:cs typeface="Tahoma"/>
            </a:endParaRPr>
          </a:p>
          <a:p>
            <a:pPr marL="7620">
              <a:lnSpc>
                <a:spcPct val="100000"/>
              </a:lnSpc>
              <a:spcBef>
                <a:spcPts val="131"/>
              </a:spcBef>
            </a:pPr>
            <a:r>
              <a:rPr sz="1600" spc="-240" dirty="0">
                <a:solidFill>
                  <a:srgbClr val="CC0000"/>
                </a:solidFill>
                <a:latin typeface="Lucida Sans Unicode"/>
                <a:cs typeface="Lucida Sans Unicode"/>
              </a:rPr>
              <a:t>▷</a:t>
            </a:r>
            <a:r>
              <a:rPr sz="1600" spc="154" dirty="0">
                <a:solidFill>
                  <a:srgbClr val="CC0000"/>
                </a:solidFill>
                <a:latin typeface="Lucida Sans Unicode"/>
                <a:cs typeface="Lucida Sans Unicode"/>
              </a:rPr>
              <a:t> </a:t>
            </a:r>
            <a:r>
              <a:rPr sz="1600" b="1" spc="-35" dirty="0" err="1">
                <a:latin typeface="Trebuchet MS"/>
                <a:cs typeface="Trebuchet MS"/>
              </a:rPr>
              <a:t>PyTorch</a:t>
            </a:r>
            <a:r>
              <a:rPr sz="1600" b="1" spc="-71" dirty="0">
                <a:latin typeface="Trebuchet MS"/>
                <a:cs typeface="Trebuchet MS"/>
              </a:rPr>
              <a:t> </a:t>
            </a:r>
            <a:r>
              <a:rPr sz="1600" spc="-55" dirty="0">
                <a:latin typeface="Tahoma"/>
                <a:cs typeface="Tahoma"/>
              </a:rPr>
              <a:t>–</a:t>
            </a:r>
            <a:r>
              <a:rPr sz="1600" spc="-80" dirty="0">
                <a:latin typeface="Tahoma"/>
                <a:cs typeface="Tahoma"/>
              </a:rPr>
              <a:t> </a:t>
            </a:r>
            <a:r>
              <a:rPr sz="1600" spc="-16" dirty="0">
                <a:latin typeface="Tahoma"/>
                <a:cs typeface="Tahoma"/>
              </a:rPr>
              <a:t>Model</a:t>
            </a:r>
            <a:r>
              <a:rPr sz="1600" spc="-77" dirty="0">
                <a:latin typeface="Tahoma"/>
                <a:cs typeface="Tahoma"/>
              </a:rPr>
              <a:t> </a:t>
            </a:r>
            <a:r>
              <a:rPr sz="1600" spc="-6" dirty="0" err="1">
                <a:latin typeface="Tahoma"/>
                <a:cs typeface="Tahoma"/>
              </a:rPr>
              <a:t>prototipleme</a:t>
            </a:r>
            <a:endParaRPr sz="1600" err="1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971920" y="1315979"/>
            <a:ext cx="4022117" cy="1048442"/>
          </a:xfrm>
          <a:prstGeom prst="rect">
            <a:avLst/>
          </a:prstGeom>
        </p:spPr>
        <p:txBody>
          <a:bodyPr vert="horz" wrap="square" lIns="0" tIns="24842" rIns="0" bIns="0" rtlCol="0" anchor="t">
            <a:spAutoFit/>
          </a:bodyPr>
          <a:lstStyle/>
          <a:p>
            <a:pPr marL="7620">
              <a:lnSpc>
                <a:spcPct val="100000"/>
              </a:lnSpc>
              <a:spcBef>
                <a:spcPts val="196"/>
              </a:spcBef>
            </a:pPr>
            <a:r>
              <a:rPr sz="1600" spc="-240" dirty="0">
                <a:solidFill>
                  <a:srgbClr val="CC0000"/>
                </a:solidFill>
                <a:latin typeface="Lucida Sans Unicode"/>
                <a:cs typeface="Lucida Sans Unicode"/>
              </a:rPr>
              <a:t>▷</a:t>
            </a:r>
            <a:r>
              <a:rPr sz="1600" spc="141" dirty="0">
                <a:solidFill>
                  <a:srgbClr val="CC0000"/>
                </a:solidFill>
                <a:latin typeface="Lucida Sans Unicode"/>
                <a:cs typeface="Lucida Sans Unicode"/>
              </a:rPr>
              <a:t> </a:t>
            </a:r>
            <a:r>
              <a:rPr sz="1600" b="1" spc="-6" dirty="0">
                <a:latin typeface="Trebuchet MS"/>
                <a:cs typeface="Trebuchet MS"/>
              </a:rPr>
              <a:t>SQL</a:t>
            </a:r>
            <a:r>
              <a:rPr sz="1600" b="1" spc="-73" dirty="0">
                <a:latin typeface="Trebuchet MS"/>
                <a:cs typeface="Trebuchet MS"/>
              </a:rPr>
              <a:t> </a:t>
            </a:r>
            <a:r>
              <a:rPr sz="1600" b="1" spc="-45" dirty="0">
                <a:latin typeface="Trebuchet MS"/>
                <a:cs typeface="Trebuchet MS"/>
              </a:rPr>
              <a:t>/</a:t>
            </a:r>
            <a:r>
              <a:rPr sz="1600" b="1" spc="-73" dirty="0">
                <a:latin typeface="Trebuchet MS"/>
                <a:cs typeface="Trebuchet MS"/>
              </a:rPr>
              <a:t> </a:t>
            </a:r>
            <a:r>
              <a:rPr sz="1600" b="1" spc="-6" dirty="0">
                <a:latin typeface="Trebuchet MS"/>
                <a:cs typeface="Trebuchet MS"/>
              </a:rPr>
              <a:t>NoSQL</a:t>
            </a:r>
            <a:r>
              <a:rPr sz="1600" b="1" spc="-73" dirty="0">
                <a:latin typeface="Trebuchet MS"/>
                <a:cs typeface="Trebuchet MS"/>
              </a:rPr>
              <a:t> </a:t>
            </a:r>
            <a:r>
              <a:rPr sz="1600" spc="-55" dirty="0">
                <a:latin typeface="Tahoma"/>
                <a:cs typeface="Tahoma"/>
              </a:rPr>
              <a:t>–</a:t>
            </a:r>
            <a:r>
              <a:rPr sz="1600" spc="-83" dirty="0">
                <a:latin typeface="Tahoma"/>
                <a:cs typeface="Tahoma"/>
              </a:rPr>
              <a:t> </a:t>
            </a:r>
            <a:r>
              <a:rPr sz="1600" spc="-32" dirty="0">
                <a:latin typeface="Tahoma"/>
                <a:cs typeface="Tahoma"/>
              </a:rPr>
              <a:t>Veri</a:t>
            </a:r>
            <a:r>
              <a:rPr sz="1600" spc="-83" dirty="0">
                <a:latin typeface="Tahoma"/>
                <a:cs typeface="Tahoma"/>
              </a:rPr>
              <a:t> </a:t>
            </a:r>
            <a:r>
              <a:rPr sz="1600" spc="-6" dirty="0" err="1">
                <a:latin typeface="Tahoma"/>
                <a:cs typeface="Tahoma"/>
              </a:rPr>
              <a:t>yönetimi</a:t>
            </a:r>
            <a:endParaRPr sz="1600">
              <a:latin typeface="Tahoma"/>
              <a:cs typeface="Tahoma"/>
            </a:endParaRPr>
          </a:p>
          <a:p>
            <a:pPr marL="7620">
              <a:lnSpc>
                <a:spcPct val="100000"/>
              </a:lnSpc>
              <a:spcBef>
                <a:spcPts val="128"/>
              </a:spcBef>
            </a:pPr>
            <a:r>
              <a:rPr sz="1600" spc="-240" dirty="0">
                <a:solidFill>
                  <a:srgbClr val="CC0000"/>
                </a:solidFill>
                <a:latin typeface="Lucida Sans Unicode"/>
                <a:cs typeface="Lucida Sans Unicode"/>
              </a:rPr>
              <a:t>▷</a:t>
            </a:r>
            <a:r>
              <a:rPr sz="1600" spc="160" dirty="0">
                <a:solidFill>
                  <a:srgbClr val="CC0000"/>
                </a:solidFill>
                <a:latin typeface="Lucida Sans Unicode"/>
                <a:cs typeface="Lucida Sans Unicode"/>
              </a:rPr>
              <a:t> </a:t>
            </a:r>
            <a:r>
              <a:rPr sz="1600" b="1" spc="-22" dirty="0">
                <a:latin typeface="Trebuchet MS"/>
                <a:cs typeface="Trebuchet MS"/>
              </a:rPr>
              <a:t>Git</a:t>
            </a:r>
            <a:r>
              <a:rPr sz="1600" b="1" spc="-67" dirty="0">
                <a:latin typeface="Trebuchet MS"/>
                <a:cs typeface="Trebuchet MS"/>
              </a:rPr>
              <a:t> </a:t>
            </a:r>
            <a:r>
              <a:rPr sz="1600" b="1" spc="-45" dirty="0">
                <a:latin typeface="Trebuchet MS"/>
                <a:cs typeface="Trebuchet MS"/>
              </a:rPr>
              <a:t>/</a:t>
            </a:r>
            <a:r>
              <a:rPr sz="1600" b="1" spc="-67" dirty="0">
                <a:latin typeface="Trebuchet MS"/>
                <a:cs typeface="Trebuchet MS"/>
              </a:rPr>
              <a:t> </a:t>
            </a:r>
            <a:r>
              <a:rPr sz="1600" b="1" spc="-22" dirty="0">
                <a:latin typeface="Trebuchet MS"/>
                <a:cs typeface="Trebuchet MS"/>
              </a:rPr>
              <a:t>GitHub</a:t>
            </a:r>
            <a:r>
              <a:rPr sz="1600" b="1" spc="-64" dirty="0">
                <a:latin typeface="Trebuchet MS"/>
                <a:cs typeface="Trebuchet MS"/>
              </a:rPr>
              <a:t> </a:t>
            </a:r>
            <a:r>
              <a:rPr sz="1600" spc="-55" dirty="0">
                <a:latin typeface="Tahoma"/>
                <a:cs typeface="Tahoma"/>
              </a:rPr>
              <a:t>–</a:t>
            </a:r>
            <a:r>
              <a:rPr sz="1600" spc="-77" dirty="0">
                <a:latin typeface="Tahoma"/>
                <a:cs typeface="Tahoma"/>
              </a:rPr>
              <a:t> </a:t>
            </a:r>
            <a:r>
              <a:rPr sz="1600" spc="-29" dirty="0" err="1">
                <a:latin typeface="Tahoma"/>
                <a:cs typeface="Tahoma"/>
              </a:rPr>
              <a:t>Versiyon</a:t>
            </a:r>
            <a:r>
              <a:rPr sz="1600" spc="-77" dirty="0">
                <a:latin typeface="Tahoma"/>
                <a:cs typeface="Tahoma"/>
              </a:rPr>
              <a:t> </a:t>
            </a:r>
            <a:r>
              <a:rPr sz="1600" spc="-6" dirty="0" err="1">
                <a:latin typeface="Tahoma"/>
                <a:cs typeface="Tahoma"/>
              </a:rPr>
              <a:t>kontrolü</a:t>
            </a:r>
            <a:endParaRPr sz="1600">
              <a:latin typeface="Tahoma"/>
              <a:cs typeface="Tahoma"/>
            </a:endParaRPr>
          </a:p>
          <a:p>
            <a:pPr marL="7620">
              <a:lnSpc>
                <a:spcPct val="100000"/>
              </a:lnSpc>
              <a:spcBef>
                <a:spcPts val="131"/>
              </a:spcBef>
            </a:pPr>
            <a:r>
              <a:rPr sz="1600" spc="-240" dirty="0">
                <a:solidFill>
                  <a:srgbClr val="CC0000"/>
                </a:solidFill>
                <a:latin typeface="Lucida Sans Unicode"/>
                <a:cs typeface="Lucida Sans Unicode"/>
              </a:rPr>
              <a:t>▷</a:t>
            </a:r>
            <a:r>
              <a:rPr sz="1600" spc="151" dirty="0">
                <a:solidFill>
                  <a:srgbClr val="CC0000"/>
                </a:solidFill>
                <a:latin typeface="Lucida Sans Unicode"/>
                <a:cs typeface="Lucida Sans Unicode"/>
              </a:rPr>
              <a:t> </a:t>
            </a:r>
            <a:r>
              <a:rPr sz="1600" b="1" spc="-29" dirty="0">
                <a:latin typeface="Trebuchet MS"/>
                <a:cs typeface="Trebuchet MS"/>
              </a:rPr>
              <a:t>Docker</a:t>
            </a:r>
            <a:r>
              <a:rPr sz="1600" b="1" spc="-71" dirty="0">
                <a:latin typeface="Trebuchet MS"/>
                <a:cs typeface="Trebuchet MS"/>
              </a:rPr>
              <a:t> </a:t>
            </a:r>
            <a:r>
              <a:rPr sz="1600" spc="-55" dirty="0">
                <a:latin typeface="Tahoma"/>
                <a:cs typeface="Tahoma"/>
              </a:rPr>
              <a:t>–</a:t>
            </a:r>
            <a:r>
              <a:rPr sz="1600" spc="-80" dirty="0">
                <a:latin typeface="Tahoma"/>
                <a:cs typeface="Tahoma"/>
              </a:rPr>
              <a:t> </a:t>
            </a:r>
            <a:r>
              <a:rPr sz="1600" spc="-6" dirty="0" err="1">
                <a:latin typeface="Tahoma"/>
                <a:cs typeface="Tahoma"/>
              </a:rPr>
              <a:t>Konteynerizasyon</a:t>
            </a:r>
            <a:endParaRPr sz="1600">
              <a:latin typeface="Tahoma"/>
              <a:cs typeface="Tahoma"/>
            </a:endParaRPr>
          </a:p>
          <a:p>
            <a:pPr marL="7620">
              <a:lnSpc>
                <a:spcPct val="100000"/>
              </a:lnSpc>
              <a:spcBef>
                <a:spcPts val="131"/>
              </a:spcBef>
            </a:pPr>
            <a:r>
              <a:rPr sz="1600" spc="-240" dirty="0">
                <a:solidFill>
                  <a:srgbClr val="CC0000"/>
                </a:solidFill>
                <a:latin typeface="Lucida Sans Unicode"/>
                <a:cs typeface="Lucida Sans Unicode"/>
              </a:rPr>
              <a:t>▷</a:t>
            </a:r>
            <a:r>
              <a:rPr sz="1600" spc="144" dirty="0">
                <a:solidFill>
                  <a:srgbClr val="CC0000"/>
                </a:solidFill>
                <a:latin typeface="Lucida Sans Unicode"/>
                <a:cs typeface="Lucida Sans Unicode"/>
              </a:rPr>
              <a:t> </a:t>
            </a:r>
            <a:r>
              <a:rPr sz="1600" b="1" spc="-16" dirty="0">
                <a:latin typeface="Trebuchet MS"/>
                <a:cs typeface="Trebuchet MS"/>
              </a:rPr>
              <a:t>Cloud</a:t>
            </a:r>
            <a:r>
              <a:rPr sz="1600" b="1" spc="-71" dirty="0">
                <a:latin typeface="Trebuchet MS"/>
                <a:cs typeface="Trebuchet MS"/>
              </a:rPr>
              <a:t> </a:t>
            </a:r>
            <a:r>
              <a:rPr sz="1600" spc="-55" dirty="0">
                <a:latin typeface="Tahoma"/>
                <a:cs typeface="Tahoma"/>
              </a:rPr>
              <a:t>–</a:t>
            </a:r>
            <a:r>
              <a:rPr sz="1600" spc="-83" dirty="0">
                <a:latin typeface="Tahoma"/>
                <a:cs typeface="Tahoma"/>
              </a:rPr>
              <a:t> </a:t>
            </a:r>
            <a:r>
              <a:rPr sz="1600" spc="-6" dirty="0">
                <a:latin typeface="Tahoma"/>
                <a:cs typeface="Tahoma"/>
              </a:rPr>
              <a:t>Bulut</a:t>
            </a:r>
            <a:r>
              <a:rPr sz="1600" spc="-83" dirty="0">
                <a:latin typeface="Tahoma"/>
                <a:cs typeface="Tahoma"/>
              </a:rPr>
              <a:t> </a:t>
            </a:r>
            <a:r>
              <a:rPr sz="1600" spc="-6" dirty="0" err="1">
                <a:latin typeface="Tahoma"/>
                <a:cs typeface="Tahoma"/>
              </a:rPr>
              <a:t>hizmetleri</a:t>
            </a:r>
            <a:endParaRPr sz="1600" err="1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670795" y="3271658"/>
            <a:ext cx="2562133" cy="317234"/>
          </a:xfrm>
          <a:prstGeom prst="rect">
            <a:avLst/>
          </a:prstGeom>
        </p:spPr>
        <p:txBody>
          <a:bodyPr vert="horz" wrap="square" lIns="0" tIns="9366" rIns="0" bIns="0" rtlCol="0" anchor="t">
            <a:spAutoFit/>
          </a:bodyPr>
          <a:lstStyle/>
          <a:p>
            <a:pPr marL="7620">
              <a:spcBef>
                <a:spcPts val="73"/>
              </a:spcBef>
            </a:pPr>
            <a:r>
              <a:rPr lang="tr-TR" sz="2000" b="1" i="1" spc="-6">
                <a:solidFill>
                  <a:srgbClr val="CC0000"/>
                </a:solidFill>
                <a:latin typeface="Trebuchet MS"/>
                <a:cs typeface="Trebuchet MS"/>
              </a:rPr>
              <a:t>       İletişim</a:t>
            </a:r>
            <a:endParaRPr sz="2000" i="1" err="1">
              <a:latin typeface="Trebuchet MS"/>
              <a:cs typeface="Trebuchet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894603" y="3429733"/>
            <a:ext cx="4681430" cy="2808071"/>
          </a:xfrm>
          <a:prstGeom prst="rect">
            <a:avLst/>
          </a:prstGeom>
        </p:spPr>
        <p:txBody>
          <a:bodyPr vert="horz" wrap="square" lIns="0" tIns="9774" rIns="0" bIns="0" rtlCol="0" anchor="t">
            <a:spAutoFit/>
          </a:bodyPr>
          <a:lstStyle/>
          <a:p>
            <a:pPr marL="550545">
              <a:lnSpc>
                <a:spcPct val="100000"/>
              </a:lnSpc>
              <a:spcBef>
                <a:spcPts val="77"/>
              </a:spcBef>
              <a:tabLst>
                <a:tab pos="790425" algn="l"/>
                <a:tab pos="1705460" algn="l"/>
              </a:tabLst>
            </a:pPr>
            <a:endParaRPr sz="1200" b="1" spc="-6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35"/>
              </a:spcBef>
            </a:pPr>
            <a:endParaRPr sz="1200">
              <a:latin typeface="Trebuchet MS"/>
              <a:cs typeface="Trebuchet MS"/>
            </a:endParaRPr>
          </a:p>
          <a:p>
            <a:pPr marL="7620" marR="1078865">
              <a:lnSpc>
                <a:spcPct val="111400"/>
              </a:lnSpc>
            </a:pPr>
            <a:r>
              <a:rPr sz="1400" i="1" spc="-42" dirty="0">
                <a:latin typeface="Trebuchet MS"/>
                <a:cs typeface="Trebuchet MS"/>
              </a:rPr>
              <a:t>OSTİM</a:t>
            </a:r>
            <a:r>
              <a:rPr sz="1400" i="1" spc="-55" dirty="0">
                <a:latin typeface="Trebuchet MS"/>
                <a:cs typeface="Trebuchet MS"/>
              </a:rPr>
              <a:t> </a:t>
            </a:r>
            <a:r>
              <a:rPr sz="1400" i="1" spc="-51" dirty="0">
                <a:latin typeface="Trebuchet MS"/>
                <a:cs typeface="Trebuchet MS"/>
              </a:rPr>
              <a:t>Teknik</a:t>
            </a:r>
            <a:r>
              <a:rPr sz="1400" i="1" spc="-55" dirty="0">
                <a:latin typeface="Trebuchet MS"/>
                <a:cs typeface="Trebuchet MS"/>
              </a:rPr>
              <a:t> </a:t>
            </a:r>
            <a:r>
              <a:rPr sz="1400" i="1" spc="-6">
                <a:latin typeface="Trebuchet MS"/>
                <a:cs typeface="Trebuchet MS"/>
              </a:rPr>
              <a:t>Üniversitesi</a:t>
            </a:r>
            <a:r>
              <a:rPr sz="1400" i="1" spc="-6" dirty="0">
                <a:latin typeface="Trebuchet MS"/>
                <a:cs typeface="Trebuchet MS"/>
              </a:rPr>
              <a:t> </a:t>
            </a:r>
            <a:r>
              <a:rPr sz="1400" i="1" spc="-48">
                <a:latin typeface="Trebuchet MS"/>
                <a:cs typeface="Trebuchet MS"/>
              </a:rPr>
              <a:t>Yenimahalle</a:t>
            </a:r>
            <a:r>
              <a:rPr sz="1400" i="1" spc="-48" dirty="0">
                <a:latin typeface="Trebuchet MS"/>
                <a:cs typeface="Trebuchet MS"/>
              </a:rPr>
              <a:t>,</a:t>
            </a:r>
            <a:r>
              <a:rPr sz="1400" i="1" spc="-42" dirty="0">
                <a:latin typeface="Trebuchet MS"/>
                <a:cs typeface="Trebuchet MS"/>
              </a:rPr>
              <a:t> </a:t>
            </a:r>
            <a:r>
              <a:rPr sz="1400" i="1" spc="-45" dirty="0">
                <a:latin typeface="Trebuchet MS"/>
                <a:cs typeface="Trebuchet MS"/>
              </a:rPr>
              <a:t>Ankara,</a:t>
            </a:r>
            <a:r>
              <a:rPr sz="1400" i="1" spc="-38" dirty="0">
                <a:latin typeface="Trebuchet MS"/>
                <a:cs typeface="Trebuchet MS"/>
              </a:rPr>
              <a:t> </a:t>
            </a:r>
            <a:r>
              <a:rPr sz="1400" i="1" spc="-58">
                <a:latin typeface="Trebuchet MS"/>
                <a:cs typeface="Trebuchet MS"/>
              </a:rPr>
              <a:t>Türkiye</a:t>
            </a:r>
            <a:endParaRPr lang="tr-TR" sz="1400">
              <a:latin typeface="Trebuchet MS"/>
              <a:cs typeface="Trebuchet MS"/>
            </a:endParaRPr>
          </a:p>
          <a:p>
            <a:pPr marL="7620" marR="1078865">
              <a:lnSpc>
                <a:spcPct val="111400"/>
              </a:lnSpc>
            </a:pPr>
            <a:r>
              <a:rPr lang="tr-TR" sz="1400" i="1" spc="-58" dirty="0">
                <a:latin typeface="Trebuchet MS"/>
                <a:cs typeface="Trebuchet MS"/>
              </a:rPr>
              <a:t> </a:t>
            </a:r>
            <a:r>
              <a:rPr sz="1400" i="1" spc="-38" dirty="0" err="1">
                <a:latin typeface="Trebuchet MS"/>
                <a:cs typeface="Trebuchet MS"/>
              </a:rPr>
              <a:t>Kuruluş</a:t>
            </a:r>
            <a:r>
              <a:rPr sz="1400" i="1" spc="-58" dirty="0">
                <a:latin typeface="Trebuchet MS"/>
                <a:cs typeface="Trebuchet MS"/>
              </a:rPr>
              <a:t> </a:t>
            </a:r>
            <a:r>
              <a:rPr sz="1400" i="1" spc="-80" dirty="0" err="1">
                <a:latin typeface="Trebuchet MS"/>
                <a:cs typeface="Trebuchet MS"/>
              </a:rPr>
              <a:t>Yılı</a:t>
            </a:r>
            <a:r>
              <a:rPr sz="1400" i="1" spc="-80" dirty="0">
                <a:latin typeface="Trebuchet MS"/>
                <a:cs typeface="Trebuchet MS"/>
              </a:rPr>
              <a:t>:</a:t>
            </a:r>
            <a:r>
              <a:rPr sz="1400" i="1" spc="-26" dirty="0">
                <a:latin typeface="Trebuchet MS"/>
                <a:cs typeface="Trebuchet MS"/>
              </a:rPr>
              <a:t> </a:t>
            </a:r>
            <a:r>
              <a:rPr sz="1400" i="1" spc="-13" dirty="0">
                <a:latin typeface="Trebuchet MS"/>
                <a:cs typeface="Trebuchet MS"/>
              </a:rPr>
              <a:t>2026</a:t>
            </a:r>
            <a:endParaRPr sz="1400">
              <a:latin typeface="Trebuchet MS"/>
              <a:cs typeface="Trebuchet MS"/>
            </a:endParaRPr>
          </a:p>
          <a:p>
            <a:pPr marL="7620" marR="1084580">
              <a:lnSpc>
                <a:spcPct val="117700"/>
              </a:lnSpc>
              <a:spcBef>
                <a:spcPts val="48"/>
              </a:spcBef>
            </a:pPr>
            <a:r>
              <a:rPr sz="1400" i="1" spc="-48">
                <a:latin typeface="Trebuchet MS"/>
                <a:cs typeface="Trebuchet MS"/>
              </a:rPr>
              <a:t>Takım</a:t>
            </a:r>
            <a:r>
              <a:rPr sz="1400" i="1" spc="-51" dirty="0">
                <a:latin typeface="Trebuchet MS"/>
                <a:cs typeface="Trebuchet MS"/>
              </a:rPr>
              <a:t> </a:t>
            </a:r>
            <a:r>
              <a:rPr sz="1400" i="1" spc="-73">
                <a:latin typeface="Trebuchet MS"/>
                <a:cs typeface="Trebuchet MS"/>
              </a:rPr>
              <a:t>Türü</a:t>
            </a:r>
            <a:r>
              <a:rPr sz="1400" i="1" spc="-73" dirty="0">
                <a:latin typeface="Trebuchet MS"/>
                <a:cs typeface="Trebuchet MS"/>
              </a:rPr>
              <a:t>:</a:t>
            </a:r>
            <a:r>
              <a:rPr sz="1400" i="1" spc="-19" dirty="0">
                <a:latin typeface="Trebuchet MS"/>
                <a:cs typeface="Trebuchet MS"/>
              </a:rPr>
              <a:t> </a:t>
            </a:r>
            <a:r>
              <a:rPr sz="1400" i="1" spc="-48">
                <a:latin typeface="Trebuchet MS"/>
                <a:cs typeface="Trebuchet MS"/>
              </a:rPr>
              <a:t>Üniversite</a:t>
            </a:r>
            <a:r>
              <a:rPr sz="1400" i="1" spc="-48" dirty="0">
                <a:latin typeface="Trebuchet MS"/>
                <a:cs typeface="Trebuchet MS"/>
              </a:rPr>
              <a:t> </a:t>
            </a:r>
            <a:r>
              <a:rPr sz="1400" i="1" spc="-45">
                <a:latin typeface="Trebuchet MS"/>
                <a:cs typeface="Trebuchet MS"/>
              </a:rPr>
              <a:t>(Okul)</a:t>
            </a:r>
            <a:endParaRPr lang="tr-TR" sz="1400">
              <a:latin typeface="Trebuchet MS"/>
              <a:cs typeface="Trebuchet MS"/>
            </a:endParaRPr>
          </a:p>
          <a:p>
            <a:pPr marL="7620" marR="1084580">
              <a:lnSpc>
                <a:spcPct val="117700"/>
              </a:lnSpc>
              <a:spcBef>
                <a:spcPts val="48"/>
              </a:spcBef>
            </a:pPr>
            <a:r>
              <a:rPr lang="tr-TR" sz="1400" i="1" spc="-45" dirty="0">
                <a:latin typeface="Trebuchet MS"/>
                <a:cs typeface="Trebuchet MS"/>
              </a:rPr>
              <a:t> </a:t>
            </a:r>
            <a:r>
              <a:rPr sz="1400" i="1" spc="-51" dirty="0" err="1">
                <a:latin typeface="Trebuchet MS"/>
                <a:cs typeface="Trebuchet MS"/>
              </a:rPr>
              <a:t>İletişim</a:t>
            </a:r>
            <a:r>
              <a:rPr sz="1400" i="1" spc="-61" dirty="0">
                <a:latin typeface="Trebuchet MS"/>
                <a:cs typeface="Trebuchet MS"/>
              </a:rPr>
              <a:t> </a:t>
            </a:r>
            <a:r>
              <a:rPr sz="1400" i="1" spc="-51" dirty="0">
                <a:latin typeface="Trebuchet MS"/>
                <a:cs typeface="Trebuchet MS"/>
              </a:rPr>
              <a:t>No:</a:t>
            </a:r>
            <a:r>
              <a:rPr sz="1400" i="1" spc="-29" dirty="0">
                <a:latin typeface="Trebuchet MS"/>
                <a:cs typeface="Trebuchet MS"/>
              </a:rPr>
              <a:t> </a:t>
            </a:r>
            <a:r>
              <a:rPr sz="1400" i="1" spc="-48" dirty="0">
                <a:latin typeface="Trebuchet MS"/>
                <a:cs typeface="Trebuchet MS"/>
              </a:rPr>
              <a:t>0(555)</a:t>
            </a:r>
            <a:r>
              <a:rPr sz="1400" i="1" spc="-58" dirty="0">
                <a:latin typeface="Trebuchet MS"/>
                <a:cs typeface="Trebuchet MS"/>
              </a:rPr>
              <a:t> </a:t>
            </a:r>
            <a:r>
              <a:rPr sz="1400" i="1" spc="-42" dirty="0">
                <a:latin typeface="Trebuchet MS"/>
                <a:cs typeface="Trebuchet MS"/>
              </a:rPr>
              <a:t>091</a:t>
            </a:r>
            <a:r>
              <a:rPr sz="1400" i="1" spc="-58" dirty="0">
                <a:latin typeface="Trebuchet MS"/>
                <a:cs typeface="Trebuchet MS"/>
              </a:rPr>
              <a:t> </a:t>
            </a:r>
            <a:r>
              <a:rPr sz="1400" i="1" spc="-42" dirty="0">
                <a:latin typeface="Trebuchet MS"/>
                <a:cs typeface="Trebuchet MS"/>
              </a:rPr>
              <a:t>34</a:t>
            </a:r>
            <a:r>
              <a:rPr sz="1400" i="1" spc="-58" dirty="0">
                <a:latin typeface="Trebuchet MS"/>
                <a:cs typeface="Trebuchet MS"/>
              </a:rPr>
              <a:t> </a:t>
            </a:r>
            <a:r>
              <a:rPr sz="1400" i="1" spc="-16" dirty="0">
                <a:latin typeface="Trebuchet MS"/>
                <a:cs typeface="Trebuchet MS"/>
              </a:rPr>
              <a:t>37</a:t>
            </a:r>
            <a:endParaRPr sz="1400">
              <a:latin typeface="Trebuchet MS"/>
              <a:cs typeface="Trebuchet MS"/>
            </a:endParaRPr>
          </a:p>
          <a:p>
            <a:pPr marL="7620">
              <a:lnSpc>
                <a:spcPct val="100000"/>
              </a:lnSpc>
              <a:spcBef>
                <a:spcPts val="131"/>
              </a:spcBef>
            </a:pPr>
            <a:r>
              <a:rPr sz="1400" i="1" spc="-55" dirty="0">
                <a:latin typeface="Trebuchet MS"/>
                <a:cs typeface="Trebuchet MS"/>
              </a:rPr>
              <a:t>Mail:</a:t>
            </a:r>
            <a:r>
              <a:rPr sz="1400" i="1" spc="-29" dirty="0">
                <a:latin typeface="Trebuchet MS"/>
                <a:cs typeface="Trebuchet MS"/>
              </a:rPr>
              <a:t> </a:t>
            </a:r>
            <a:r>
              <a:rPr sz="1400" i="1" spc="-6" dirty="0">
                <a:latin typeface="Trebuchet MS"/>
                <a:cs typeface="Trebuchet MS"/>
                <a:hlinkClick r:id="rId2"/>
              </a:rPr>
              <a:t>rabiasilakaraca742@gmail.com</a:t>
            </a: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66"/>
              </a:spcBef>
            </a:pPr>
            <a:endParaRPr sz="1200">
              <a:latin typeface="Trebuchet MS"/>
              <a:cs typeface="Trebuchet MS"/>
            </a:endParaRPr>
          </a:p>
          <a:p>
            <a:pPr marL="28575">
              <a:lnSpc>
                <a:spcPct val="100000"/>
              </a:lnSpc>
            </a:pPr>
            <a:endParaRPr sz="1200" spc="-6" dirty="0">
              <a:latin typeface="Tahoma"/>
              <a:cs typeface="Tahoma"/>
            </a:endParaRPr>
          </a:p>
          <a:p>
            <a:pPr marL="28575"/>
            <a:endParaRPr lang="tr-TR" sz="1200" spc="-6" dirty="0">
              <a:latin typeface="Tahoma"/>
              <a:cs typeface="Tahoma"/>
            </a:endParaRPr>
          </a:p>
          <a:p>
            <a:pPr marL="28575"/>
            <a:endParaRPr lang="tr-TR" sz="1200" spc="-6" dirty="0">
              <a:latin typeface="Tahoma"/>
              <a:cs typeface="Tahoma"/>
            </a:endParaRPr>
          </a:p>
          <a:p>
            <a:pPr marL="28575"/>
            <a:endParaRPr lang="tr-TR" sz="1200" spc="-6" dirty="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0113699" y="5969563"/>
            <a:ext cx="1154539" cy="16290"/>
          </a:xfrm>
          <a:custGeom>
            <a:avLst/>
            <a:gdLst/>
            <a:ahLst/>
            <a:cxnLst/>
            <a:rect l="l" t="t" r="r" b="b"/>
            <a:pathLst>
              <a:path w="1800225" h="25400">
                <a:moveTo>
                  <a:pt x="1799996" y="0"/>
                </a:moveTo>
                <a:lnTo>
                  <a:pt x="0" y="0"/>
                </a:lnTo>
                <a:lnTo>
                  <a:pt x="0" y="25311"/>
                </a:lnTo>
                <a:lnTo>
                  <a:pt x="1799996" y="25311"/>
                </a:lnTo>
                <a:lnTo>
                  <a:pt x="1799996" y="0"/>
                </a:lnTo>
                <a:close/>
              </a:path>
            </a:pathLst>
          </a:custGeom>
          <a:solidFill>
            <a:srgbClr val="CC0000"/>
          </a:solidFill>
        </p:spPr>
        <p:txBody>
          <a:bodyPr wrap="square" lIns="0" tIns="0" rIns="0" bIns="0" rtlCol="0"/>
          <a:lstStyle/>
          <a:p>
            <a:endParaRPr sz="1200"/>
          </a:p>
        </p:txBody>
      </p:sp>
      <p:sp>
        <p:nvSpPr>
          <p:cNvPr id="21" name="object 21"/>
          <p:cNvSpPr txBox="1"/>
          <p:nvPr/>
        </p:nvSpPr>
        <p:spPr>
          <a:xfrm>
            <a:off x="9992789" y="5763104"/>
            <a:ext cx="1396295" cy="649758"/>
          </a:xfrm>
          <a:prstGeom prst="rect">
            <a:avLst/>
          </a:prstGeom>
        </p:spPr>
        <p:txBody>
          <a:bodyPr vert="horz" wrap="square" lIns="0" tIns="9774" rIns="0" bIns="0" rtlCol="0" anchor="t">
            <a:spAutoFit/>
          </a:bodyPr>
          <a:lstStyle/>
          <a:p>
            <a:pPr marR="22225" algn="ctr">
              <a:lnSpc>
                <a:spcPct val="100000"/>
              </a:lnSpc>
              <a:spcBef>
                <a:spcPts val="77"/>
              </a:spcBef>
            </a:pPr>
            <a:r>
              <a:rPr sz="1200" b="1" spc="-6" dirty="0">
                <a:latin typeface="Trebuchet MS"/>
                <a:cs typeface="Trebuchet MS"/>
              </a:rPr>
              <a:t>KARONEXT</a:t>
            </a:r>
            <a:endParaRPr sz="12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548"/>
              </a:spcBef>
            </a:pPr>
            <a:r>
              <a:rPr sz="1200" i="1" spc="-22" dirty="0">
                <a:solidFill>
                  <a:srgbClr val="0A1225"/>
                </a:solidFill>
                <a:latin typeface="Trebuchet MS"/>
                <a:cs typeface="Trebuchet MS"/>
              </a:rPr>
              <a:t>"The</a:t>
            </a:r>
            <a:r>
              <a:rPr sz="1200" i="1" spc="-48" dirty="0">
                <a:solidFill>
                  <a:srgbClr val="0A1225"/>
                </a:solidFill>
                <a:latin typeface="Trebuchet MS"/>
                <a:cs typeface="Trebuchet MS"/>
              </a:rPr>
              <a:t> </a:t>
            </a:r>
            <a:r>
              <a:rPr sz="1200" i="1" spc="-51" dirty="0">
                <a:solidFill>
                  <a:srgbClr val="0A1225"/>
                </a:solidFill>
                <a:latin typeface="Trebuchet MS"/>
                <a:cs typeface="Trebuchet MS"/>
              </a:rPr>
              <a:t>Next</a:t>
            </a:r>
            <a:r>
              <a:rPr sz="1200" i="1" spc="-48" dirty="0">
                <a:solidFill>
                  <a:srgbClr val="0A1225"/>
                </a:solidFill>
                <a:latin typeface="Trebuchet MS"/>
                <a:cs typeface="Trebuchet MS"/>
              </a:rPr>
              <a:t> </a:t>
            </a:r>
            <a:r>
              <a:rPr sz="1200" i="1" spc="-45" dirty="0">
                <a:solidFill>
                  <a:srgbClr val="0A1225"/>
                </a:solidFill>
                <a:latin typeface="Trebuchet MS"/>
                <a:cs typeface="Trebuchet MS"/>
              </a:rPr>
              <a:t>Generation</a:t>
            </a:r>
            <a:r>
              <a:rPr sz="1200" i="1" spc="-48" dirty="0">
                <a:solidFill>
                  <a:srgbClr val="0A1225"/>
                </a:solidFill>
                <a:latin typeface="Trebuchet MS"/>
                <a:cs typeface="Trebuchet MS"/>
              </a:rPr>
              <a:t> </a:t>
            </a:r>
            <a:r>
              <a:rPr sz="1200" i="1" spc="-58" dirty="0">
                <a:solidFill>
                  <a:srgbClr val="0A1225"/>
                </a:solidFill>
                <a:latin typeface="Trebuchet MS"/>
                <a:cs typeface="Trebuchet MS"/>
              </a:rPr>
              <a:t>of</a:t>
            </a:r>
            <a:r>
              <a:rPr sz="1200" i="1" spc="-48" dirty="0">
                <a:solidFill>
                  <a:srgbClr val="0A1225"/>
                </a:solidFill>
                <a:latin typeface="Trebuchet MS"/>
                <a:cs typeface="Trebuchet MS"/>
              </a:rPr>
              <a:t> </a:t>
            </a:r>
            <a:r>
              <a:rPr sz="1200" i="1" spc="-26" dirty="0">
                <a:solidFill>
                  <a:srgbClr val="0A1225"/>
                </a:solidFill>
                <a:latin typeface="Trebuchet MS"/>
                <a:cs typeface="Trebuchet MS"/>
              </a:rPr>
              <a:t>Engineering."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xfrm>
            <a:off x="5976476" y="6533261"/>
            <a:ext cx="265354" cy="126308"/>
          </a:xfrm>
          <a:prstGeom prst="rect">
            <a:avLst/>
          </a:prstGeom>
        </p:spPr>
        <p:txBody>
          <a:bodyPr vert="horz" wrap="square" lIns="0" tIns="7738" rIns="0" bIns="0" rtlCol="0" anchor="t">
            <a:spAutoFit/>
          </a:bodyPr>
          <a:lstStyle/>
          <a:p>
            <a:pPr marL="24130">
              <a:lnSpc>
                <a:spcPct val="100000"/>
              </a:lnSpc>
              <a:spcBef>
                <a:spcPts val="61"/>
              </a:spcBef>
            </a:pPr>
            <a:fld id="{81D60167-4931-47E6-BA6A-407CBD079E47}" type="slidenum">
              <a:rPr spc="-32" dirty="0"/>
              <a:pPr marL="24130">
                <a:lnSpc>
                  <a:spcPct val="100000"/>
                </a:lnSpc>
                <a:spcBef>
                  <a:spcPts val="61"/>
                </a:spcBef>
              </a:pPr>
              <a:t>7</a:t>
            </a:fld>
            <a:endParaRPr lang="tr-TR" spc="-32" dirty="0">
              <a:ea typeface="Tahom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Geniş ekran</PresentationFormat>
  <Slides>7</Slides>
  <Notes>0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Slayt Başlıkları</vt:lpstr>
      </vt:variant>
      <vt:variant>
        <vt:i4>7</vt:i4>
      </vt:variant>
    </vt:vector>
  </HeadingPairs>
  <TitlesOfParts>
    <vt:vector size="8" baseType="lpstr"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639</cp:revision>
  <dcterms:created xsi:type="dcterms:W3CDTF">2026-06-25T21:03:14Z</dcterms:created>
  <dcterms:modified xsi:type="dcterms:W3CDTF">2026-07-06T14:27:12Z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2026-06-21T00:00:00Z</vt:filetime>
  </property>
  <property fmtid="{D5CDD505-2E9C-101B-9397-08002B2CF9AE}" pid="4" name="Creator">
    <vt:lpwstr>LaTeX with hyperref</vt:lpwstr>
  </property>
  <property fmtid="{D5CDD505-2E9C-101B-9397-08002B2CF9AE}" pid="5" name="LastSaved">
    <vt:filetime>2026-06-25T00:00:00Z</vt:filetime>
  </property>
  <property fmtid="{D5CDD505-2E9C-101B-9397-08002B2CF9AE}" pid="6" name="PTEX.Fullbanner">
    <vt:lpwstr>This is pdfTeX, Version 3.141592653-2.6-1.40.27 (TeX Live 2025) kpathsea version 6.4.1</vt:lpwstr>
  </property>
  <property fmtid="{D5CDD505-2E9C-101B-9397-08002B2CF9AE}" pid="7" name="Producer">
    <vt:lpwstr>pdfTeX-1.40.27</vt:lpwstr>
  </property>
</Properties>
</file>